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25" r:id="rId5"/>
    <p:sldId id="330" r:id="rId6"/>
    <p:sldId id="331" r:id="rId7"/>
  </p:sldIdLst>
  <p:sldSz cx="12193588" cy="6858000"/>
  <p:notesSz cx="7099300" cy="10234613"/>
  <p:embeddedFontLst>
    <p:embeddedFont>
      <p:font typeface="Montserrat" pitchFamily="2" charset="0"/>
      <p:regular r:id="rId10"/>
      <p:bold r:id="rId11"/>
      <p:italic r:id="rId12"/>
      <p:boldItalic r:id="rId13"/>
    </p:embeddedFont>
    <p:embeddedFont>
      <p:font typeface="Montserrat Light" pitchFamily="2" charset="0"/>
      <p:regular r:id="rId14"/>
      <p:italic r:id="rId15"/>
    </p:embeddedFont>
    <p:embeddedFont>
      <p:font typeface="Montserrat SemiBold" pitchFamily="2" charset="0"/>
      <p:bold r:id="rId16"/>
      <p:boldItalic r:id="rId17"/>
    </p:embeddedFont>
  </p:embeddedFontLst>
  <p:custDataLst>
    <p:tags r:id="rId1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uantum-Systems PPT" id="{DB7C3082-8963-4C56-B4E9-A8145D8F47E9}">
          <p14:sldIdLst>
            <p14:sldId id="325"/>
            <p14:sldId id="330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9000"/>
    <a:srgbClr val="0432FF"/>
    <a:srgbClr val="000000"/>
    <a:srgbClr val="FFFFFF"/>
    <a:srgbClr val="ECECEC"/>
    <a:srgbClr val="F8F8F8"/>
    <a:srgbClr val="737373"/>
    <a:srgbClr val="3A3A3A"/>
    <a:srgbClr val="E818D4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36" autoAdjust="0"/>
    <p:restoredTop sz="94690" autoAdjust="0"/>
  </p:normalViewPr>
  <p:slideViewPr>
    <p:cSldViewPr snapToObjects="1" showGuides="1">
      <p:cViewPr varScale="1">
        <p:scale>
          <a:sx n="150" d="100"/>
          <a:sy n="150" d="100"/>
        </p:scale>
        <p:origin x="1374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125" d="100"/>
          <a:sy n="125" d="100"/>
        </p:scale>
        <p:origin x="37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35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1DAE063-0155-4C24-9447-06A30EE648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 dirty="0">
              <a:latin typeface="Montserrat" pitchFamily="2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29DE90D-9DA4-47D0-AC1C-EC86CD453B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9ABDC93-E0D8-4544-A381-A3C0B11E0BC9}" type="datetimeFigureOut">
              <a:rPr lang="de-DE" smtClean="0">
                <a:latin typeface="Montserrat" pitchFamily="2" charset="0"/>
              </a:rPr>
              <a:t>16.12.2025</a:t>
            </a:fld>
            <a:endParaRPr lang="de-DE" dirty="0">
              <a:latin typeface="Montserrat" pitchFamily="2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E2EBC6-43C3-462F-8A1D-561EAFF15D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 dirty="0">
              <a:latin typeface="Montserrat" pitchFamily="2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DA5FE3-E081-4F13-80B7-4A2E526590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58B0DAB9-2879-44A3-93C0-9786F4972764}" type="slidenum">
              <a:rPr lang="de-DE" smtClean="0">
                <a:latin typeface="Montserrat" pitchFamily="2" charset="0"/>
              </a:rPr>
              <a:t>‹Nr.›</a:t>
            </a:fld>
            <a:endParaRPr lang="de-DE" dirty="0">
              <a:latin typeface="Montserrat" pitchFamily="2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436017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Montserrat" panose="02000505000000020004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Montserrat" panose="02000505000000020004" pitchFamily="2" charset="0"/>
              </a:defRPr>
            </a:lvl1pPr>
          </a:lstStyle>
          <a:p>
            <a:fld id="{B9C52651-FD4B-4510-B4D2-29E45593EE0B}" type="datetimeFigureOut">
              <a:rPr lang="de-DE" smtClean="0"/>
              <a:pPr/>
              <a:t>16.12.2025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Montserrat" panose="02000505000000020004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Montserrat" panose="02000505000000020004" pitchFamily="2" charset="0"/>
              </a:defRPr>
            </a:lvl1pPr>
          </a:lstStyle>
          <a:p>
            <a:fld id="{F8A95859-0473-4226-8CEA-95B3B4D31FB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9624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2000505000000020004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2000505000000020004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2000505000000020004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2000505000000020004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2000505000000020004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5C5B5-B595-AFE0-B4D7-FBBFAD76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E2946-B57D-18FF-A42F-DB8C24160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D5B16-601D-9D21-F7A6-5FED7A8F1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54DFB-021A-EF52-F222-A3EA57746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A95859-0473-4226-8CEA-95B3B4D31FB5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875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23EB3-2640-82A4-DD5D-E416848C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073EC-13BC-1F8A-FD00-CAA87984C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5C5B7-97C5-1064-36F4-AC085D884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14A17-F022-D6DA-D192-9B52BB373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A95859-0473-4226-8CEA-95B3B4D31FB5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5601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F3F5D-2B2A-CC00-9685-A2878104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A39A0-6D54-B3FB-F4A3-EDA330216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B2C9B-E712-38E5-EADA-BDFB9B285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00161-2D11-0E36-B053-9B0D444F9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A95859-0473-4226-8CEA-95B3B4D31FB5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11048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White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3FC4-C604-DC4F-9FAA-A2F418D0F293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553187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itle_Add_Backgo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dd Image">
            <a:extLst>
              <a:ext uri="{FF2B5EF4-FFF2-40B4-BE49-F238E27FC236}">
                <a16:creationId xmlns:a16="http://schemas.microsoft.com/office/drawing/2014/main" id="{0A3E09B2-F5C1-BC43-BE1B-33AAC7BAB4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3587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906168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itle_Black_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C7509B77-8DB5-2243-AD6D-938A240108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 flipH="1">
            <a:off x="-1" y="4372631"/>
            <a:ext cx="2712418" cy="48735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14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r>
              <a:rPr lang="en-GB" dirty="0"/>
              <a:t>MÜNCHEN I 15.03.2</a:t>
            </a:r>
            <a:r>
              <a:rPr lang="uk-UA" dirty="0"/>
              <a:t>5</a:t>
            </a:r>
            <a:endParaRPr lang="en-GB" dirty="0"/>
          </a:p>
        </p:txBody>
      </p:sp>
      <p:sp>
        <p:nvSpPr>
          <p:cNvPr id="10" name="Accent_Line">
            <a:extLst>
              <a:ext uri="{FF2B5EF4-FFF2-40B4-BE49-F238E27FC236}">
                <a16:creationId xmlns:a16="http://schemas.microsoft.com/office/drawing/2014/main" id="{590215BB-4EA0-1448-9568-A51141759866}"/>
              </a:ext>
            </a:extLst>
          </p:cNvPr>
          <p:cNvSpPr/>
          <p:nvPr userDrawn="1"/>
        </p:nvSpPr>
        <p:spPr>
          <a:xfrm>
            <a:off x="480711" y="4221088"/>
            <a:ext cx="647531" cy="7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en-DE" sz="1100" dirty="0" err="1">
              <a:solidFill>
                <a:schemeClr val="bg1"/>
              </a:solidFill>
            </a:endParaRPr>
          </a:p>
        </p:txBody>
      </p:sp>
      <p:sp>
        <p:nvSpPr>
          <p:cNvPr id="9" name="Subheadline">
            <a:extLst>
              <a:ext uri="{FF2B5EF4-FFF2-40B4-BE49-F238E27FC236}">
                <a16:creationId xmlns:a16="http://schemas.microsoft.com/office/drawing/2014/main" id="{FCB1B05E-9A31-524B-A9BE-4858C9E495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3443940"/>
            <a:ext cx="8291983" cy="519029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5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7" name="Headline">
            <a:extLst>
              <a:ext uri="{FF2B5EF4-FFF2-40B4-BE49-F238E27FC236}">
                <a16:creationId xmlns:a16="http://schemas.microsoft.com/office/drawing/2014/main" id="{9AC12306-0024-0F42-B664-C32AD3EE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2874352"/>
            <a:ext cx="8257034" cy="560387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4000" b="1" i="0" cap="none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de-DE" dirty="0"/>
              <a:t>Headline</a:t>
            </a:r>
            <a:r>
              <a:rPr lang="uk-UA" dirty="0"/>
              <a:t>.</a:t>
            </a:r>
            <a:endParaRPr lang="de-DE" dirty="0"/>
          </a:p>
        </p:txBody>
      </p:sp>
      <p:pic>
        <p:nvPicPr>
          <p:cNvPr id="12" name="QS_Logo" descr="Image">
            <a:extLst>
              <a:ext uri="{FF2B5EF4-FFF2-40B4-BE49-F238E27FC236}">
                <a16:creationId xmlns:a16="http://schemas.microsoft.com/office/drawing/2014/main" id="{650CDBA8-DC9F-2C44-83FA-72F519096C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47031" y="476250"/>
            <a:ext cx="2767132" cy="576486"/>
          </a:xfrm>
          <a:prstGeom prst="rect">
            <a:avLst/>
          </a:prstGeom>
          <a:ln w="12700">
            <a:miter lim="400000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089522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itle_Black_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C7509B77-8DB5-2243-AD6D-938A240108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 flipH="1">
            <a:off x="-1" y="4372631"/>
            <a:ext cx="2712418" cy="48735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14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r>
              <a:rPr lang="en-GB" dirty="0"/>
              <a:t>MÜNCHEN I 15.03.2</a:t>
            </a:r>
            <a:r>
              <a:rPr lang="uk-UA" dirty="0"/>
              <a:t>5</a:t>
            </a:r>
            <a:endParaRPr lang="en-GB" dirty="0"/>
          </a:p>
        </p:txBody>
      </p:sp>
      <p:sp>
        <p:nvSpPr>
          <p:cNvPr id="10" name="Accent Line">
            <a:extLst>
              <a:ext uri="{FF2B5EF4-FFF2-40B4-BE49-F238E27FC236}">
                <a16:creationId xmlns:a16="http://schemas.microsoft.com/office/drawing/2014/main" id="{590215BB-4EA0-1448-9568-A51141759866}"/>
              </a:ext>
            </a:extLst>
          </p:cNvPr>
          <p:cNvSpPr/>
          <p:nvPr userDrawn="1"/>
        </p:nvSpPr>
        <p:spPr>
          <a:xfrm>
            <a:off x="480711" y="4221088"/>
            <a:ext cx="647531" cy="7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en-DE" sz="1100" dirty="0" err="1">
              <a:solidFill>
                <a:schemeClr val="bg1"/>
              </a:solidFill>
            </a:endParaRPr>
          </a:p>
        </p:txBody>
      </p:sp>
      <p:sp>
        <p:nvSpPr>
          <p:cNvPr id="9" name="Subheadline">
            <a:extLst>
              <a:ext uri="{FF2B5EF4-FFF2-40B4-BE49-F238E27FC236}">
                <a16:creationId xmlns:a16="http://schemas.microsoft.com/office/drawing/2014/main" id="{FCB1B05E-9A31-524B-A9BE-4858C9E495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3445511"/>
            <a:ext cx="8291983" cy="515887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5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7" name="Headline">
            <a:extLst>
              <a:ext uri="{FF2B5EF4-FFF2-40B4-BE49-F238E27FC236}">
                <a16:creationId xmlns:a16="http://schemas.microsoft.com/office/drawing/2014/main" id="{9AC12306-0024-0F42-B664-C32AD3EE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2874352"/>
            <a:ext cx="8257034" cy="560387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4000" b="1" i="0" cap="none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  <p:pic>
        <p:nvPicPr>
          <p:cNvPr id="12" name="QS_Emblem">
            <a:extLst>
              <a:ext uri="{FF2B5EF4-FFF2-40B4-BE49-F238E27FC236}">
                <a16:creationId xmlns:a16="http://schemas.microsoft.com/office/drawing/2014/main" id="{42C83038-668A-4045-81E5-3D412C7FE7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0711" y="476250"/>
            <a:ext cx="1295603" cy="11194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891048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_Title_Black_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d Image">
            <a:extLst>
              <a:ext uri="{FF2B5EF4-FFF2-40B4-BE49-F238E27FC236}">
                <a16:creationId xmlns:a16="http://schemas.microsoft.com/office/drawing/2014/main" id="{427A4659-763B-9E69-13D0-E5EC694F59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3587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C7509B77-8DB5-2243-AD6D-938A240108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 flipH="1">
            <a:off x="-1" y="4372631"/>
            <a:ext cx="2712418" cy="48735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14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r>
              <a:rPr lang="en-GB" dirty="0"/>
              <a:t>MÜNCHEN I 15.03.2</a:t>
            </a:r>
            <a:r>
              <a:rPr lang="uk-UA" dirty="0"/>
              <a:t>5</a:t>
            </a:r>
            <a:endParaRPr lang="en-GB" dirty="0"/>
          </a:p>
        </p:txBody>
      </p:sp>
      <p:sp>
        <p:nvSpPr>
          <p:cNvPr id="10" name="Accent_Line">
            <a:extLst>
              <a:ext uri="{FF2B5EF4-FFF2-40B4-BE49-F238E27FC236}">
                <a16:creationId xmlns:a16="http://schemas.microsoft.com/office/drawing/2014/main" id="{590215BB-4EA0-1448-9568-A51141759866}"/>
              </a:ext>
            </a:extLst>
          </p:cNvPr>
          <p:cNvSpPr/>
          <p:nvPr userDrawn="1"/>
        </p:nvSpPr>
        <p:spPr>
          <a:xfrm>
            <a:off x="480711" y="4221088"/>
            <a:ext cx="647531" cy="7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en-DE" sz="1100" dirty="0" err="1">
              <a:solidFill>
                <a:schemeClr val="bg1"/>
              </a:solidFill>
            </a:endParaRPr>
          </a:p>
        </p:txBody>
      </p:sp>
      <p:sp>
        <p:nvSpPr>
          <p:cNvPr id="9" name="Subheadline">
            <a:extLst>
              <a:ext uri="{FF2B5EF4-FFF2-40B4-BE49-F238E27FC236}">
                <a16:creationId xmlns:a16="http://schemas.microsoft.com/office/drawing/2014/main" id="{FCB1B05E-9A31-524B-A9BE-4858C9E495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3447114"/>
            <a:ext cx="8291983" cy="512681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5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7" name="Headline">
            <a:extLst>
              <a:ext uri="{FF2B5EF4-FFF2-40B4-BE49-F238E27FC236}">
                <a16:creationId xmlns:a16="http://schemas.microsoft.com/office/drawing/2014/main" id="{9AC12306-0024-0F42-B664-C32AD3EE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2874352"/>
            <a:ext cx="8257034" cy="560387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4000" b="1" i="0" cap="none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  <p:pic>
        <p:nvPicPr>
          <p:cNvPr id="12" name="QS_Logo" descr="Image">
            <a:extLst>
              <a:ext uri="{FF2B5EF4-FFF2-40B4-BE49-F238E27FC236}">
                <a16:creationId xmlns:a16="http://schemas.microsoft.com/office/drawing/2014/main" id="{650CDBA8-DC9F-2C44-83FA-72F519096C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47031" y="476250"/>
            <a:ext cx="2767132" cy="576486"/>
          </a:xfrm>
          <a:prstGeom prst="rect">
            <a:avLst/>
          </a:prstGeom>
          <a:ln w="12700">
            <a:miter lim="400000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3974505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_Title_Black_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d Image">
            <a:extLst>
              <a:ext uri="{FF2B5EF4-FFF2-40B4-BE49-F238E27FC236}">
                <a16:creationId xmlns:a16="http://schemas.microsoft.com/office/drawing/2014/main" id="{9D45577B-A101-1C70-1678-1F2056179EE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3587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C7509B77-8DB5-2243-AD6D-938A240108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 flipH="1">
            <a:off x="-1" y="4372631"/>
            <a:ext cx="2712418" cy="48735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14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r>
              <a:rPr lang="en-GB" dirty="0"/>
              <a:t>MÜNCHEN I 15.03.2</a:t>
            </a:r>
            <a:r>
              <a:rPr lang="uk-UA" dirty="0"/>
              <a:t>5</a:t>
            </a:r>
            <a:endParaRPr lang="en-GB" dirty="0"/>
          </a:p>
        </p:txBody>
      </p:sp>
      <p:sp>
        <p:nvSpPr>
          <p:cNvPr id="10" name="Accent Line">
            <a:extLst>
              <a:ext uri="{FF2B5EF4-FFF2-40B4-BE49-F238E27FC236}">
                <a16:creationId xmlns:a16="http://schemas.microsoft.com/office/drawing/2014/main" id="{590215BB-4EA0-1448-9568-A51141759866}"/>
              </a:ext>
            </a:extLst>
          </p:cNvPr>
          <p:cNvSpPr/>
          <p:nvPr userDrawn="1"/>
        </p:nvSpPr>
        <p:spPr>
          <a:xfrm>
            <a:off x="480711" y="4221088"/>
            <a:ext cx="647531" cy="7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en-DE" sz="1100" dirty="0" err="1">
              <a:solidFill>
                <a:schemeClr val="bg1"/>
              </a:solidFill>
            </a:endParaRPr>
          </a:p>
        </p:txBody>
      </p:sp>
      <p:sp>
        <p:nvSpPr>
          <p:cNvPr id="9" name="Subheadline">
            <a:extLst>
              <a:ext uri="{FF2B5EF4-FFF2-40B4-BE49-F238E27FC236}">
                <a16:creationId xmlns:a16="http://schemas.microsoft.com/office/drawing/2014/main" id="{FCB1B05E-9A31-524B-A9BE-4858C9E495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3447114"/>
            <a:ext cx="8291983" cy="512681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5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7" name="Headline">
            <a:extLst>
              <a:ext uri="{FF2B5EF4-FFF2-40B4-BE49-F238E27FC236}">
                <a16:creationId xmlns:a16="http://schemas.microsoft.com/office/drawing/2014/main" id="{9AC12306-0024-0F42-B664-C32AD3EE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2874352"/>
            <a:ext cx="8257034" cy="560387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4000" b="1" i="0" cap="none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  <p:pic>
        <p:nvPicPr>
          <p:cNvPr id="12" name="QS_Emblem">
            <a:extLst>
              <a:ext uri="{FF2B5EF4-FFF2-40B4-BE49-F238E27FC236}">
                <a16:creationId xmlns:a16="http://schemas.microsoft.com/office/drawing/2014/main" id="{42C83038-668A-4045-81E5-3D412C7FE7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0711" y="476250"/>
            <a:ext cx="1295603" cy="11194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0703459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genda #01">
            <a:extLst>
              <a:ext uri="{FF2B5EF4-FFF2-40B4-BE49-F238E27FC236}">
                <a16:creationId xmlns:a16="http://schemas.microsoft.com/office/drawing/2014/main" id="{F052AF6D-B6BA-45EB-A4EE-02760AB3BEC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1250327" y="314006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28" name="Agenda #01">
            <a:extLst>
              <a:ext uri="{FF2B5EF4-FFF2-40B4-BE49-F238E27FC236}">
                <a16:creationId xmlns:a16="http://schemas.microsoft.com/office/drawing/2014/main" id="{86504F57-C886-426E-8C3F-5C205C9C41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1250327" y="390645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29" name="Agenda #01">
            <a:extLst>
              <a:ext uri="{FF2B5EF4-FFF2-40B4-BE49-F238E27FC236}">
                <a16:creationId xmlns:a16="http://schemas.microsoft.com/office/drawing/2014/main" id="{9B269C5B-D62A-4042-BB0E-A6C2BB5BFB0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1250327" y="4692009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0" name="Agenda #01">
            <a:extLst>
              <a:ext uri="{FF2B5EF4-FFF2-40B4-BE49-F238E27FC236}">
                <a16:creationId xmlns:a16="http://schemas.microsoft.com/office/drawing/2014/main" id="{F48B3404-CDFD-4D05-8AC4-931C48EC05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1250327" y="547756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1" name="Agenda #01">
            <a:extLst>
              <a:ext uri="{FF2B5EF4-FFF2-40B4-BE49-F238E27FC236}">
                <a16:creationId xmlns:a16="http://schemas.microsoft.com/office/drawing/2014/main" id="{D576F174-B783-4BFE-AE8C-54A30C8BC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5875529" y="237367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2" name="Agenda #01">
            <a:extLst>
              <a:ext uri="{FF2B5EF4-FFF2-40B4-BE49-F238E27FC236}">
                <a16:creationId xmlns:a16="http://schemas.microsoft.com/office/drawing/2014/main" id="{E186E6F7-B108-42EE-8881-811A346BF48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5875526" y="314006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3" name="Agenda #01">
            <a:extLst>
              <a:ext uri="{FF2B5EF4-FFF2-40B4-BE49-F238E27FC236}">
                <a16:creationId xmlns:a16="http://schemas.microsoft.com/office/drawing/2014/main" id="{E0293604-B0F5-4BE6-A77B-82701555421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5875526" y="390645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4" name="Agenda #01">
            <a:extLst>
              <a:ext uri="{FF2B5EF4-FFF2-40B4-BE49-F238E27FC236}">
                <a16:creationId xmlns:a16="http://schemas.microsoft.com/office/drawing/2014/main" id="{6DBCF3CE-74A2-4490-A4B2-687D27F8FA9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5875526" y="4692009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5" name="Agenda #01">
            <a:extLst>
              <a:ext uri="{FF2B5EF4-FFF2-40B4-BE49-F238E27FC236}">
                <a16:creationId xmlns:a16="http://schemas.microsoft.com/office/drawing/2014/main" id="{5EC75FF1-0EA2-4363-BB65-4F556CE1732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5875526" y="547756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7" name="Agenda #01">
            <a:extLst>
              <a:ext uri="{FF2B5EF4-FFF2-40B4-BE49-F238E27FC236}">
                <a16:creationId xmlns:a16="http://schemas.microsoft.com/office/drawing/2014/main" id="{E7E27332-22FB-4817-85BD-9F63EE00A08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1250327" y="237367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199" name="Agenda Placeholder #10">
            <a:extLst>
              <a:ext uri="{FF2B5EF4-FFF2-40B4-BE49-F238E27FC236}">
                <a16:creationId xmlns:a16="http://schemas.microsoft.com/office/drawing/2014/main" id="{9DE1EB79-8E16-4F85-BCAA-01E76CAD50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5104861" y="5451786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10</a:t>
            </a:r>
          </a:p>
        </p:txBody>
      </p:sp>
      <p:sp>
        <p:nvSpPr>
          <p:cNvPr id="197" name="Agenda Placeholder #09">
            <a:extLst>
              <a:ext uri="{FF2B5EF4-FFF2-40B4-BE49-F238E27FC236}">
                <a16:creationId xmlns:a16="http://schemas.microsoft.com/office/drawing/2014/main" id="{8377C27B-2FD7-44D9-9988-72A72ABD074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5104861" y="4689205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09</a:t>
            </a:r>
          </a:p>
        </p:txBody>
      </p:sp>
      <p:sp>
        <p:nvSpPr>
          <p:cNvPr id="195" name="Agenda Placeholder #08">
            <a:extLst>
              <a:ext uri="{FF2B5EF4-FFF2-40B4-BE49-F238E27FC236}">
                <a16:creationId xmlns:a16="http://schemas.microsoft.com/office/drawing/2014/main" id="{780EF9D7-77E3-42E2-9512-217B8468CD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5104861" y="3907654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08</a:t>
            </a:r>
          </a:p>
        </p:txBody>
      </p:sp>
      <p:sp>
        <p:nvSpPr>
          <p:cNvPr id="193" name="Agenda Placeholder #07">
            <a:extLst>
              <a:ext uri="{FF2B5EF4-FFF2-40B4-BE49-F238E27FC236}">
                <a16:creationId xmlns:a16="http://schemas.microsoft.com/office/drawing/2014/main" id="{EB3F6D36-B45D-4B9D-A6EE-8874B183CC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104861" y="3144492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07</a:t>
            </a:r>
          </a:p>
        </p:txBody>
      </p:sp>
      <p:sp>
        <p:nvSpPr>
          <p:cNvPr id="191" name="Agenda Placeholder #06">
            <a:extLst>
              <a:ext uri="{FF2B5EF4-FFF2-40B4-BE49-F238E27FC236}">
                <a16:creationId xmlns:a16="http://schemas.microsoft.com/office/drawing/2014/main" id="{FCF660EB-41C2-41C8-920E-F36A6E8D18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5104861" y="2373674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06</a:t>
            </a:r>
          </a:p>
        </p:txBody>
      </p:sp>
      <p:sp>
        <p:nvSpPr>
          <p:cNvPr id="189" name="Agenda Placeholder #05">
            <a:extLst>
              <a:ext uri="{FF2B5EF4-FFF2-40B4-BE49-F238E27FC236}">
                <a16:creationId xmlns:a16="http://schemas.microsoft.com/office/drawing/2014/main" id="{B6A488DC-EC6C-4906-AD84-9BA1023DAD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479425" y="5463161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187" name="Agenda Placeholder #04">
            <a:extLst>
              <a:ext uri="{FF2B5EF4-FFF2-40B4-BE49-F238E27FC236}">
                <a16:creationId xmlns:a16="http://schemas.microsoft.com/office/drawing/2014/main" id="{4774CD0A-883A-4A53-A566-5D31D8A096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479425" y="4692343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185" name="Agenda Placeholder #03">
            <a:extLst>
              <a:ext uri="{FF2B5EF4-FFF2-40B4-BE49-F238E27FC236}">
                <a16:creationId xmlns:a16="http://schemas.microsoft.com/office/drawing/2014/main" id="{68DBEEA0-1B86-4E22-8DCC-549975330A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79425" y="3910488"/>
            <a:ext cx="630238" cy="630237"/>
          </a:xfrm>
          <a:noFill/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83" name="Agenda Placeholder #02">
            <a:extLst>
              <a:ext uri="{FF2B5EF4-FFF2-40B4-BE49-F238E27FC236}">
                <a16:creationId xmlns:a16="http://schemas.microsoft.com/office/drawing/2014/main" id="{ACDCC36C-9C34-40D8-80D1-2EEA1FD516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479425" y="3139907"/>
            <a:ext cx="630238" cy="630237"/>
          </a:xfrm>
          <a:noFill/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4" name="Agenda Placeholder #01">
            <a:extLst>
              <a:ext uri="{FF2B5EF4-FFF2-40B4-BE49-F238E27FC236}">
                <a16:creationId xmlns:a16="http://schemas.microsoft.com/office/drawing/2014/main" id="{C3BF4A66-D148-4AEF-B16A-79DD3D11F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79425" y="2373674"/>
            <a:ext cx="630238" cy="630237"/>
          </a:xfrm>
          <a:noFill/>
          <a:ln>
            <a:solidFill>
              <a:schemeClr val="bg1"/>
            </a:solidFill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4" name="Agenda Headline Placeholder">
            <a:extLst>
              <a:ext uri="{FF2B5EF4-FFF2-40B4-BE49-F238E27FC236}">
                <a16:creationId xmlns:a16="http://schemas.microsoft.com/office/drawing/2014/main" id="{BFADAFEC-0D71-4F5A-9C09-284E2038F198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 bwMode="gray">
          <a:xfrm flipH="1">
            <a:off x="-3" y="913366"/>
            <a:ext cx="2900602" cy="548909"/>
          </a:xfrm>
          <a:solidFill>
            <a:schemeClr val="tx1"/>
          </a:solidFill>
        </p:spPr>
        <p:txBody>
          <a:bodyPr wrap="none" lIns="468000" tIns="43200" rIns="36000" bIns="43200" anchor="ctr" anchorCtr="0">
            <a:spAutoFit/>
          </a:bodyPr>
          <a:lstStyle>
            <a:lvl1pPr>
              <a:lnSpc>
                <a:spcPts val="3550"/>
              </a:lnSpc>
              <a:defRPr sz="3000" b="1" i="0" cap="none" baseline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00_Agenda.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A861CF-28C6-9F43-9FA1-0886120F45EC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309026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1_Line_Chap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enda Placeholder #01">
            <a:extLst>
              <a:ext uri="{FF2B5EF4-FFF2-40B4-BE49-F238E27FC236}">
                <a16:creationId xmlns:a16="http://schemas.microsoft.com/office/drawing/2014/main" id="{3480180A-030F-6843-9B37-8F4E76B6B7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52268" y="4077072"/>
            <a:ext cx="1224881" cy="1152129"/>
          </a:xfrm>
          <a:noFill/>
          <a:ln>
            <a:noFill/>
          </a:ln>
        </p:spPr>
        <p:txBody>
          <a:bodyPr lIns="0" tIns="180000" rIns="0" bIns="0" anchor="b"/>
          <a:lstStyle>
            <a:lvl1pPr algn="ctr">
              <a:defRPr sz="7200" b="1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7" name="Agenda #01">
            <a:extLst>
              <a:ext uri="{FF2B5EF4-FFF2-40B4-BE49-F238E27FC236}">
                <a16:creationId xmlns:a16="http://schemas.microsoft.com/office/drawing/2014/main" id="{E5DB31A6-3792-3442-A567-F1EE6EC4397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461092" y="5229201"/>
            <a:ext cx="11234738" cy="432048"/>
          </a:xfrm>
          <a:noFill/>
        </p:spPr>
        <p:txBody>
          <a:bodyPr lIns="0" tIns="18000" rIns="0" bIns="0" anchor="t"/>
          <a:lstStyle>
            <a:lvl1pPr algn="l">
              <a:lnSpc>
                <a:spcPct val="100000"/>
              </a:lnSpc>
              <a:defRPr sz="3000" b="1" i="0" cap="all" baseline="0">
                <a:solidFill>
                  <a:schemeClr val="bg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178956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2_Line_Chap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enda Placeholder #01">
            <a:extLst>
              <a:ext uri="{FF2B5EF4-FFF2-40B4-BE49-F238E27FC236}">
                <a16:creationId xmlns:a16="http://schemas.microsoft.com/office/drawing/2014/main" id="{3480180A-030F-6843-9B37-8F4E76B6B7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52268" y="4077072"/>
            <a:ext cx="1224881" cy="1152129"/>
          </a:xfrm>
          <a:noFill/>
          <a:ln>
            <a:noFill/>
          </a:ln>
        </p:spPr>
        <p:txBody>
          <a:bodyPr lIns="0" tIns="180000" rIns="0" bIns="0" anchor="b"/>
          <a:lstStyle>
            <a:lvl1pPr algn="ctr">
              <a:defRPr sz="7200" b="1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7" name="Agenda #01">
            <a:extLst>
              <a:ext uri="{FF2B5EF4-FFF2-40B4-BE49-F238E27FC236}">
                <a16:creationId xmlns:a16="http://schemas.microsoft.com/office/drawing/2014/main" id="{E5DB31A6-3792-3442-A567-F1EE6EC4397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461092" y="5229201"/>
            <a:ext cx="11234738" cy="432048"/>
          </a:xfrm>
          <a:noFill/>
        </p:spPr>
        <p:txBody>
          <a:bodyPr lIns="0" tIns="18000" rIns="0" bIns="0" anchor="t"/>
          <a:lstStyle>
            <a:lvl1pPr algn="l">
              <a:lnSpc>
                <a:spcPct val="100000"/>
              </a:lnSpc>
              <a:defRPr sz="3000" b="1" i="0" cap="all" baseline="0">
                <a:solidFill>
                  <a:schemeClr val="bg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endParaRPr lang="de-DE" dirty="0"/>
          </a:p>
        </p:txBody>
      </p:sp>
      <p:sp>
        <p:nvSpPr>
          <p:cNvPr id="4" name="Agenda #01">
            <a:extLst>
              <a:ext uri="{FF2B5EF4-FFF2-40B4-BE49-F238E27FC236}">
                <a16:creationId xmlns:a16="http://schemas.microsoft.com/office/drawing/2014/main" id="{E6AA59DB-146F-8949-B7B5-ABA48F9BD3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461092" y="5661249"/>
            <a:ext cx="11234738" cy="432048"/>
          </a:xfrm>
          <a:noFill/>
        </p:spPr>
        <p:txBody>
          <a:bodyPr lIns="0" tIns="18000" rIns="0" bIns="0" anchor="t"/>
          <a:lstStyle>
            <a:lvl1pPr algn="l">
              <a:lnSpc>
                <a:spcPct val="100000"/>
              </a:lnSpc>
              <a:defRPr sz="3000" b="1" i="0" cap="all" baseline="0">
                <a:solidFill>
                  <a:schemeClr val="bg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2ND LINE</a:t>
            </a:r>
            <a:br>
              <a:rPr lang="de-DE" dirty="0"/>
            </a:b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546386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White_Page_With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headline">
            <a:extLst>
              <a:ext uri="{FF2B5EF4-FFF2-40B4-BE49-F238E27FC236}">
                <a16:creationId xmlns:a16="http://schemas.microsoft.com/office/drawing/2014/main" id="{5063D7AD-26A4-FE4D-9DDC-D8F732CCBEF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8257034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10" name="Headline">
            <a:extLst>
              <a:ext uri="{FF2B5EF4-FFF2-40B4-BE49-F238E27FC236}">
                <a16:creationId xmlns:a16="http://schemas.microsoft.com/office/drawing/2014/main" id="{10AF5E1C-6B41-F944-97AE-A94C6308F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8257034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03DD8-B76C-3E45-A10D-9E26B4DAA5D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479425" y="6380534"/>
            <a:ext cx="2630488" cy="473869"/>
          </a:xfrm>
        </p:spPr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797376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wo_Columns_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holder 2">
            <a:extLst>
              <a:ext uri="{FF2B5EF4-FFF2-40B4-BE49-F238E27FC236}">
                <a16:creationId xmlns:a16="http://schemas.microsoft.com/office/drawing/2014/main" id="{A3C49DE3-0223-334B-B8BD-B919CB3EE8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68759" y="2383276"/>
            <a:ext cx="5245284" cy="3451947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AB235F73-C1D7-4447-AC12-0943E3E36C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91470" y="2383277"/>
            <a:ext cx="5245284" cy="3451946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65AD72-5135-2646-8D89-4A33CECB9B8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Subheadline">
            <a:extLst>
              <a:ext uri="{FF2B5EF4-FFF2-40B4-BE49-F238E27FC236}">
                <a16:creationId xmlns:a16="http://schemas.microsoft.com/office/drawing/2014/main" id="{4D501C0B-411A-8369-82C7-D92790D2BF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8257034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6" name="Headline">
            <a:extLst>
              <a:ext uri="{FF2B5EF4-FFF2-40B4-BE49-F238E27FC236}">
                <a16:creationId xmlns:a16="http://schemas.microsoft.com/office/drawing/2014/main" id="{CD70FDF1-FABA-E291-721C-F3030AF3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8257034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79167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66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3_Columns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 Columns">
            <a:extLst>
              <a:ext uri="{FF2B5EF4-FFF2-40B4-BE49-F238E27FC236}">
                <a16:creationId xmlns:a16="http://schemas.microsoft.com/office/drawing/2014/main" id="{8EDA4CE1-0235-49A8-97D5-07DF59EF1119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 bwMode="gray">
          <a:xfrm>
            <a:off x="491068" y="2374900"/>
            <a:ext cx="11208275" cy="3460321"/>
          </a:xfrm>
        </p:spPr>
        <p:txBody>
          <a:bodyPr vert="horz" lIns="0" tIns="0" rIns="0" bIns="0" numCol="3" spcCol="180000" rtlCol="0">
            <a:noAutofit/>
          </a:bodyPr>
          <a:lstStyle>
            <a:lvl1pPr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3 Columns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DADF33-31C5-E147-8588-2A65A8A1B41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Subheadline">
            <a:extLst>
              <a:ext uri="{FF2B5EF4-FFF2-40B4-BE49-F238E27FC236}">
                <a16:creationId xmlns:a16="http://schemas.microsoft.com/office/drawing/2014/main" id="{DF46CFE2-93E2-2906-AF8A-EC80554399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8257034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7" name="Headline">
            <a:extLst>
              <a:ext uri="{FF2B5EF4-FFF2-40B4-BE49-F238E27FC236}">
                <a16:creationId xmlns:a16="http://schemas.microsoft.com/office/drawing/2014/main" id="{99368320-8A0D-D674-A42B-3E43491EC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8257034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654441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dd Image">
            <a:extLst>
              <a:ext uri="{FF2B5EF4-FFF2-40B4-BE49-F238E27FC236}">
                <a16:creationId xmlns:a16="http://schemas.microsoft.com/office/drawing/2014/main" id="{438706A5-1622-0E4A-9B80-79747827D55B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560802" y="0"/>
            <a:ext cx="4632786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253A7AB-25C8-0B41-96C1-25110F8984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C654F5-4CF9-394C-8DA0-DD04851FD67B}"/>
              </a:ext>
            </a:extLst>
          </p:cNvPr>
          <p:cNvSpPr>
            <a:spLocks noGrp="1"/>
          </p:cNvSpPr>
          <p:nvPr userDrawn="1">
            <p:ph type="sldNum" sz="quarter" idx="2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171164D8-7D3C-3B4F-8F58-7835000099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01270" y="2937239"/>
            <a:ext cx="2067132" cy="347745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 err="1"/>
              <a:t>Grundung</a:t>
            </a:r>
            <a:endParaRPr lang="de-DE" dirty="0"/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C05EA100-3838-8346-ACE6-0ABA75C42BA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 bwMode="gray">
          <a:xfrm>
            <a:off x="501270" y="2573434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2017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32B577D7-2CC1-B74D-BA10-821BAFA10F0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 bwMode="gray">
          <a:xfrm>
            <a:off x="2830370" y="2937239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Flight</a:t>
            </a:r>
          </a:p>
          <a:p>
            <a:pPr lvl="0"/>
            <a:r>
              <a:rPr lang="de-DE" dirty="0" err="1"/>
              <a:t>Hours</a:t>
            </a:r>
            <a:endParaRPr lang="de-DE" dirty="0"/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96AD9710-A0BA-974E-83EC-28B908D7F15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 bwMode="gray">
          <a:xfrm>
            <a:off x="2830370" y="2573434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1000000+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51FCC490-988E-454D-B595-03BC6D47501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 bwMode="gray">
          <a:xfrm>
            <a:off x="5159470" y="2937239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5496DB63-1FE8-3847-9F94-379DFEFACC5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 bwMode="gray">
          <a:xfrm>
            <a:off x="5159470" y="2573434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3</a:t>
            </a:r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26D8045-AEE8-6A49-8D8F-A113534059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 bwMode="gray">
          <a:xfrm>
            <a:off x="501270" y="4299875"/>
            <a:ext cx="2067132" cy="347745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Mitarbeiter</a:t>
            </a:r>
          </a:p>
        </p:txBody>
      </p:sp>
      <p:sp>
        <p:nvSpPr>
          <p:cNvPr id="36" name="Text Placeholder 1">
            <a:extLst>
              <a:ext uri="{FF2B5EF4-FFF2-40B4-BE49-F238E27FC236}">
                <a16:creationId xmlns:a16="http://schemas.microsoft.com/office/drawing/2014/main" id="{B0B8A9E3-5BED-B748-9554-77C018D6186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 bwMode="gray">
          <a:xfrm>
            <a:off x="501270" y="3936070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140+</a:t>
            </a:r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C7B40F2D-7FCE-1744-A997-EF61726313CB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 bwMode="gray">
          <a:xfrm>
            <a:off x="2830370" y="4299875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 err="1"/>
              <a:t>Certificates</a:t>
            </a:r>
            <a:endParaRPr lang="de-DE" dirty="0"/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97AE9079-0B00-9042-9434-FBDED1E780D3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 bwMode="gray">
          <a:xfrm>
            <a:off x="2830370" y="3936070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10</a:t>
            </a:r>
          </a:p>
        </p:txBody>
      </p:sp>
      <p:sp>
        <p:nvSpPr>
          <p:cNvPr id="39" name="Text Placeholder 1">
            <a:extLst>
              <a:ext uri="{FF2B5EF4-FFF2-40B4-BE49-F238E27FC236}">
                <a16:creationId xmlns:a16="http://schemas.microsoft.com/office/drawing/2014/main" id="{66E81C09-C5E3-1B4B-9188-F866A6AD9CEE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 bwMode="gray">
          <a:xfrm>
            <a:off x="5159470" y="4299875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Resellers</a:t>
            </a:r>
          </a:p>
          <a:p>
            <a:pPr lvl="0"/>
            <a:r>
              <a:rPr lang="de-DE" dirty="0" err="1"/>
              <a:t>Worlwide</a:t>
            </a:r>
            <a:endParaRPr lang="de-DE" dirty="0"/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510BEB04-7DA7-D546-9E02-AE1B8C8B7AE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 bwMode="gray">
          <a:xfrm>
            <a:off x="5159470" y="3936070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80+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4CD51F93-595B-E943-BCDF-307B59389427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 bwMode="gray">
          <a:xfrm>
            <a:off x="501270" y="5601088"/>
            <a:ext cx="2067132" cy="347745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Campus Gilching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976FD9E7-9CB5-0543-9519-5FE9B22D2A9E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 bwMode="gray">
          <a:xfrm>
            <a:off x="501270" y="5237283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LOCATION</a:t>
            </a:r>
          </a:p>
        </p:txBody>
      </p:sp>
      <p:sp>
        <p:nvSpPr>
          <p:cNvPr id="43" name="Text Placeholder 1">
            <a:extLst>
              <a:ext uri="{FF2B5EF4-FFF2-40B4-BE49-F238E27FC236}">
                <a16:creationId xmlns:a16="http://schemas.microsoft.com/office/drawing/2014/main" id="{21585CF8-43BC-3D4D-90EA-432FBD9F5BE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 bwMode="gray">
          <a:xfrm>
            <a:off x="2830370" y="5601088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DLR</a:t>
            </a:r>
          </a:p>
          <a:p>
            <a:pPr lvl="0"/>
            <a:r>
              <a:rPr lang="de-DE" dirty="0" err="1"/>
              <a:t>SpeenLab</a:t>
            </a:r>
            <a:endParaRPr lang="de-DE" dirty="0"/>
          </a:p>
          <a:p>
            <a:pPr lvl="0"/>
            <a:r>
              <a:rPr lang="de-DE" dirty="0"/>
              <a:t>Thiel Capital</a:t>
            </a:r>
          </a:p>
          <a:p>
            <a:pPr lvl="0"/>
            <a:endParaRPr lang="de-DE" dirty="0"/>
          </a:p>
        </p:txBody>
      </p:sp>
      <p:sp>
        <p:nvSpPr>
          <p:cNvPr id="44" name="Text Placeholder 1">
            <a:extLst>
              <a:ext uri="{FF2B5EF4-FFF2-40B4-BE49-F238E27FC236}">
                <a16:creationId xmlns:a16="http://schemas.microsoft.com/office/drawing/2014/main" id="{37944790-5BA9-1546-8C63-5A2CBA37904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 bwMode="gray">
          <a:xfrm>
            <a:off x="2830370" y="5237283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CUSTOMERS</a:t>
            </a: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86F01B76-C4C3-9547-9BCD-7B933813B52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 bwMode="gray">
          <a:xfrm>
            <a:off x="5159470" y="5601088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46" name="Text Placeholder 1">
            <a:extLst>
              <a:ext uri="{FF2B5EF4-FFF2-40B4-BE49-F238E27FC236}">
                <a16:creationId xmlns:a16="http://schemas.microsoft.com/office/drawing/2014/main" id="{51F76E6B-7A98-3845-A198-9FDC35F52C52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 bwMode="gray">
          <a:xfrm>
            <a:off x="5159470" y="5237283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09</a:t>
            </a:r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C8895293-EBBC-3835-469C-A402E07DEE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7226602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CA641523-A06D-D46D-30A6-AB777F043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7226602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23479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0">
          <p15:clr>
            <a:srgbClr val="FBAE40"/>
          </p15:clr>
        </p15:guide>
        <p15:guide id="8" orient="horz" pos="2478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38">
          <p15:clr>
            <a:srgbClr val="FBAE40"/>
          </p15:clr>
        </p15:guide>
        <p15:guide id="22" pos="1845" userDrawn="1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ext_and_Squar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Add Image">
            <a:extLst>
              <a:ext uri="{FF2B5EF4-FFF2-40B4-BE49-F238E27FC236}">
                <a16:creationId xmlns:a16="http://schemas.microsoft.com/office/drawing/2014/main" id="{CBD04CE1-204E-114E-BFD6-5652D86B8196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560802" y="0"/>
            <a:ext cx="4632786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AB235F73-C1D7-4447-AC12-0943E3E36C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91470" y="2383277"/>
            <a:ext cx="5173276" cy="3451946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3FE2F7-7185-1D40-AF27-28A91F18D5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50B373-21B0-254E-9317-0EC042873C79}"/>
              </a:ext>
            </a:extLst>
          </p:cNvPr>
          <p:cNvSpPr>
            <a:spLocks noGrp="1"/>
          </p:cNvSpPr>
          <p:nvPr>
            <p:ph type="sldNum" sz="quarter" idx="7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72A3878E-585D-FB7A-27E5-B5F6BEAF11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7392938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8CF04B3F-1E79-B57F-10EB-D64D825EB8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7392938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72876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66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3_Text_Boxes_3_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dd Image">
            <a:extLst>
              <a:ext uri="{FF2B5EF4-FFF2-40B4-BE49-F238E27FC236}">
                <a16:creationId xmlns:a16="http://schemas.microsoft.com/office/drawing/2014/main" id="{2FF4B4EB-1BCA-C047-A0A4-7BC85A8EA330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0" y="4517003"/>
            <a:ext cx="3964173" cy="234888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35" name="Add Image">
            <a:extLst>
              <a:ext uri="{FF2B5EF4-FFF2-40B4-BE49-F238E27FC236}">
                <a16:creationId xmlns:a16="http://schemas.microsoft.com/office/drawing/2014/main" id="{6B6504B5-647C-1E4D-BAAB-A49A88227B97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4135442" y="4517003"/>
            <a:ext cx="3948758" cy="234888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36" name="Add Image">
            <a:extLst>
              <a:ext uri="{FF2B5EF4-FFF2-40B4-BE49-F238E27FC236}">
                <a16:creationId xmlns:a16="http://schemas.microsoft.com/office/drawing/2014/main" id="{36D2F4A3-26BA-294B-BB1F-EB3868C78E8F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8244830" y="4517003"/>
            <a:ext cx="3948758" cy="234888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5" name="Text Placeholder 03">
            <a:extLst>
              <a:ext uri="{FF2B5EF4-FFF2-40B4-BE49-F238E27FC236}">
                <a16:creationId xmlns:a16="http://schemas.microsoft.com/office/drawing/2014/main" id="{E8D83C9A-2BA1-3645-B733-23A6B57C525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 bwMode="gray">
          <a:xfrm>
            <a:off x="491537" y="2374900"/>
            <a:ext cx="3472635" cy="1918196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4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6" name="Text Placeholder 02">
            <a:extLst>
              <a:ext uri="{FF2B5EF4-FFF2-40B4-BE49-F238E27FC236}">
                <a16:creationId xmlns:a16="http://schemas.microsoft.com/office/drawing/2014/main" id="{6562DF2C-5C19-394B-9636-62A10E811E7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 bwMode="gray">
          <a:xfrm>
            <a:off x="4107048" y="2374900"/>
            <a:ext cx="3977123" cy="1918196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4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9" name="Text Placeholder 01">
            <a:extLst>
              <a:ext uri="{FF2B5EF4-FFF2-40B4-BE49-F238E27FC236}">
                <a16:creationId xmlns:a16="http://schemas.microsoft.com/office/drawing/2014/main" id="{8701BF17-DFE3-8347-83B0-28FC3B84019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 bwMode="gray">
          <a:xfrm>
            <a:off x="8227047" y="2374900"/>
            <a:ext cx="3487116" cy="1918196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4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9B045B-4756-0149-B9AB-74766924FE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E3BA31-1E2E-CC42-BB49-75856F1C2671}"/>
              </a:ext>
            </a:extLst>
          </p:cNvPr>
          <p:cNvSpPr>
            <a:spLocks noGrp="1"/>
          </p:cNvSpPr>
          <p:nvPr>
            <p:ph type="sldNum" sz="quarter" idx="72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27A93826-BE74-4BDF-561E-737BB6C21A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8257034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985E215E-5E93-E605-6EA4-E287D4C05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8257034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21357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6" userDrawn="1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ext_Block_3_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">
            <a:extLst>
              <a:ext uri="{FF2B5EF4-FFF2-40B4-BE49-F238E27FC236}">
                <a16:creationId xmlns:a16="http://schemas.microsoft.com/office/drawing/2014/main" id="{E4628211-9571-5942-817B-D6045C50CA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91470" y="2383276"/>
            <a:ext cx="4624818" cy="3451947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7FBFC8-2064-B54A-B214-52A143B62290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9882A3-FF69-C547-97B0-23249BDAE5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539709BA-FF98-2943-9CAF-AD84C7B75F0B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167438" y="1"/>
            <a:ext cx="6026150" cy="3428999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b="0" i="0">
                <a:latin typeface="Montserrat Light" pitchFamily="2" charset="0"/>
              </a:defRPr>
            </a:lvl1pPr>
          </a:lstStyle>
          <a:p>
            <a:pPr marL="0" marR="0" lvl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451C078-D5CF-A94E-9493-E16D51C56648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162461" y="3576919"/>
            <a:ext cx="2941638" cy="328108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b="0" i="0">
                <a:latin typeface="Montserrat Light" pitchFamily="2" charset="0"/>
              </a:defRPr>
            </a:lvl1pPr>
          </a:lstStyle>
          <a:p>
            <a:pPr marL="0" marR="0" lvl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F24A370-C070-7040-9202-101A8FC659FE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251950" y="3576919"/>
            <a:ext cx="2941637" cy="328108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b="0" i="0">
                <a:latin typeface="Montserrat Light" pitchFamily="2" charset="0"/>
              </a:defRPr>
            </a:lvl1pPr>
          </a:lstStyle>
          <a:p>
            <a:pPr marL="0" marR="0" lvl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81E956EB-474B-9FAD-97E8-8DFE16210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6024563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70621179-703A-FC0B-7DFD-D7A7C162B8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6024563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78774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0">
          <p15:clr>
            <a:srgbClr val="FBAE40"/>
          </p15:clr>
        </p15:guide>
        <p15:guide id="8" orient="horz" pos="2478">
          <p15:clr>
            <a:srgbClr val="FBAE40"/>
          </p15:clr>
        </p15:guide>
        <p15:guide id="9" orient="horz" pos="2387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35">
          <p15:clr>
            <a:srgbClr val="FBAE40"/>
          </p15:clr>
        </p15:guide>
        <p15:guide id="26" pos="2797">
          <p15:clr>
            <a:srgbClr val="FBAE40"/>
          </p15:clr>
        </p15:guide>
        <p15:guide id="27" pos="2933" userDrawn="1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Mixe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dd Image">
            <a:extLst>
              <a:ext uri="{FF2B5EF4-FFF2-40B4-BE49-F238E27FC236}">
                <a16:creationId xmlns:a16="http://schemas.microsoft.com/office/drawing/2014/main" id="{C2FE0026-1B2F-8A42-8425-A067CE9331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9574" y="0"/>
            <a:ext cx="6024013" cy="686837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5" name="Add Imaage">
            <a:extLst>
              <a:ext uri="{FF2B5EF4-FFF2-40B4-BE49-F238E27FC236}">
                <a16:creationId xmlns:a16="http://schemas.microsoft.com/office/drawing/2014/main" id="{D35411A9-2CA2-4C43-90C4-B66F93A4FF7C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0" y="4247108"/>
            <a:ext cx="2938951" cy="262126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6" name="Add Image">
            <a:extLst>
              <a:ext uri="{FF2B5EF4-FFF2-40B4-BE49-F238E27FC236}">
                <a16:creationId xmlns:a16="http://schemas.microsoft.com/office/drawing/2014/main" id="{094DED9D-1A12-7D44-BF87-644945B9833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100556" y="4247108"/>
            <a:ext cx="2923458" cy="262126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3018975F-6B05-1F4C-BA3C-CE182C4862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91472" y="2374900"/>
            <a:ext cx="5171138" cy="1397000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C4210A-F6FD-3B4C-A116-1FF83B5C54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602A81-C3C9-3940-8E7D-6E80FD2DC482}"/>
              </a:ext>
            </a:extLst>
          </p:cNvPr>
          <p:cNvSpPr>
            <a:spLocks noGrp="1"/>
          </p:cNvSpPr>
          <p:nvPr>
            <p:ph type="sldNum" sz="quarter" idx="65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14285FAE-0B96-ECFC-8C67-2C3C233E68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6024563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A661A5AE-EC4D-799B-5F10-59E79D1F2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6024563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04905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8" orient="horz" pos="2478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38" userDrawn="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ext_Box_2_Squared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dd Image">
            <a:extLst>
              <a:ext uri="{FF2B5EF4-FFF2-40B4-BE49-F238E27FC236}">
                <a16:creationId xmlns:a16="http://schemas.microsoft.com/office/drawing/2014/main" id="{04BAD841-B34D-7542-B73B-573194AC7C8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21994" y="3573016"/>
            <a:ext cx="6871594" cy="328498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8" name="Add Image">
            <a:extLst>
              <a:ext uri="{FF2B5EF4-FFF2-40B4-BE49-F238E27FC236}">
                <a16:creationId xmlns:a16="http://schemas.microsoft.com/office/drawing/2014/main" id="{594B6B7E-7D96-BD45-94A3-909A33E5C3B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321994" y="1"/>
            <a:ext cx="6871594" cy="3429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39" name="Text Placeholder">
            <a:extLst>
              <a:ext uri="{FF2B5EF4-FFF2-40B4-BE49-F238E27FC236}">
                <a16:creationId xmlns:a16="http://schemas.microsoft.com/office/drawing/2014/main" id="{6142E5C3-B883-8446-BB0B-4E0CEA25D8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91470" y="2374900"/>
            <a:ext cx="4381187" cy="3460323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A37E35-67D3-114B-8723-C4C7A3BD86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ADBFD9-716D-9E49-BE7D-34D52249503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1B4FD38C-D8AC-A3A4-AEB6-FBD6798AA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5160690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D9BA9360-DA3A-E234-4365-2EDD57FAD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5160690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74237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66">
          <p15:clr>
            <a:srgbClr val="FBAE40"/>
          </p15:clr>
        </p15:guide>
        <p15:guide id="9" orient="horz" pos="2387" userDrawn="1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8_Squared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dd Image">
            <a:extLst>
              <a:ext uri="{FF2B5EF4-FFF2-40B4-BE49-F238E27FC236}">
                <a16:creationId xmlns:a16="http://schemas.microsoft.com/office/drawing/2014/main" id="{8CC63854-54CC-4326-8F7B-F954688D2161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>
          <a:xfrm>
            <a:off x="476250" y="6384131"/>
            <a:ext cx="2631600" cy="475200"/>
          </a:xfrm>
          <a:prstGeom prst="rect">
            <a:avLst/>
          </a:prstGeom>
        </p:spPr>
        <p:txBody>
          <a:bodyPr/>
          <a:lstStyle/>
          <a:p>
            <a:fld id="{1C70A896-44E5-4B86-A7FF-E5F44AEFF183}" type="datetime1">
              <a:rPr lang="de-DE" smtClean="0"/>
              <a:t>16.12.2025</a:t>
            </a:fld>
            <a:endParaRPr lang="de-DE" dirty="0"/>
          </a:p>
        </p:txBody>
      </p:sp>
      <p:sp>
        <p:nvSpPr>
          <p:cNvPr id="16" name="Add Image">
            <a:extLst>
              <a:ext uri="{FF2B5EF4-FFF2-40B4-BE49-F238E27FC236}">
                <a16:creationId xmlns:a16="http://schemas.microsoft.com/office/drawing/2014/main" id="{D6800E1A-E964-4015-81CE-7208BD0C57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68258" y="832275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1" name="Add Image">
            <a:extLst>
              <a:ext uri="{FF2B5EF4-FFF2-40B4-BE49-F238E27FC236}">
                <a16:creationId xmlns:a16="http://schemas.microsoft.com/office/drawing/2014/main" id="{0C883463-C2BD-489A-B562-F9DEEDF98E5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252388" y="828675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2" name="Add Image">
            <a:extLst>
              <a:ext uri="{FF2B5EF4-FFF2-40B4-BE49-F238E27FC236}">
                <a16:creationId xmlns:a16="http://schemas.microsoft.com/office/drawing/2014/main" id="{2C8A60DF-60A1-42F2-B52F-9216AD7A88A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168258" y="3916800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3" name="Add Image">
            <a:extLst>
              <a:ext uri="{FF2B5EF4-FFF2-40B4-BE49-F238E27FC236}">
                <a16:creationId xmlns:a16="http://schemas.microsoft.com/office/drawing/2014/main" id="{52E6C936-B692-41D5-8EF2-C41414FCAF0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252388" y="3916800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5" name="Add Image">
            <a:extLst>
              <a:ext uri="{FF2B5EF4-FFF2-40B4-BE49-F238E27FC236}">
                <a16:creationId xmlns:a16="http://schemas.microsoft.com/office/drawing/2014/main" id="{F8F8E739-F6E9-4857-92AC-BD730DA414D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0" y="3916800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0" name="Add Image">
            <a:extLst>
              <a:ext uri="{FF2B5EF4-FFF2-40B4-BE49-F238E27FC236}">
                <a16:creationId xmlns:a16="http://schemas.microsoft.com/office/drawing/2014/main" id="{7AB2BA5D-8B17-4911-8C17-8EA301BD9C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3084129" y="3920400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1" name="Add Image">
            <a:extLst>
              <a:ext uri="{FF2B5EF4-FFF2-40B4-BE49-F238E27FC236}">
                <a16:creationId xmlns:a16="http://schemas.microsoft.com/office/drawing/2014/main" id="{1F74C872-E8CD-4B17-B3FF-66F18F2E26A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3084129" y="832275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4" name="Add Image">
            <a:extLst>
              <a:ext uri="{FF2B5EF4-FFF2-40B4-BE49-F238E27FC236}">
                <a16:creationId xmlns:a16="http://schemas.microsoft.com/office/drawing/2014/main" id="{7E88A164-9A3D-0141-98AF-0EFA20FB7A3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-3456" y="832275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8" name="Optional Text">
            <a:extLst>
              <a:ext uri="{FF2B5EF4-FFF2-40B4-BE49-F238E27FC236}">
                <a16:creationId xmlns:a16="http://schemas.microsoft.com/office/drawing/2014/main" id="{ADAE35F9-559D-47EF-AE4E-EA3B2EBA7EB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98019" y="479475"/>
            <a:ext cx="5785200" cy="284162"/>
          </a:xfrm>
        </p:spPr>
        <p:txBody>
          <a:bodyPr/>
          <a:lstStyle>
            <a:lvl1pPr algn="r">
              <a:lnSpc>
                <a:spcPts val="1200"/>
              </a:lnSpc>
              <a:defRPr b="1" i="0" cap="all" baseline="0">
                <a:latin typeface="Montserrat" pitchFamily="2" charset="0"/>
              </a:defRPr>
            </a:lvl1pPr>
            <a:lvl2pPr marL="0" indent="0" algn="r">
              <a:lnSpc>
                <a:spcPts val="1200"/>
              </a:lnSpc>
              <a:buNone/>
              <a:defRPr sz="1100" b="1"/>
            </a:lvl2pPr>
            <a:lvl3pPr marL="0" indent="0" algn="r">
              <a:lnSpc>
                <a:spcPts val="1200"/>
              </a:lnSpc>
              <a:buNone/>
              <a:defRPr sz="1100" b="1"/>
            </a:lvl3pPr>
            <a:lvl4pPr marL="0" indent="0" algn="r">
              <a:lnSpc>
                <a:spcPts val="1200"/>
              </a:lnSpc>
              <a:buFontTx/>
              <a:buNone/>
              <a:defRPr b="1"/>
            </a:lvl4pPr>
            <a:lvl5pPr marL="0" indent="0" algn="r">
              <a:lnSpc>
                <a:spcPts val="1200"/>
              </a:lnSpc>
              <a:buFontTx/>
              <a:buNone/>
              <a:defRPr b="1"/>
            </a:lvl5pPr>
            <a:lvl6pPr marL="0" indent="0" algn="r">
              <a:lnSpc>
                <a:spcPts val="1200"/>
              </a:lnSpc>
              <a:buFontTx/>
              <a:buNone/>
              <a:defRPr b="1"/>
            </a:lvl6pPr>
            <a:lvl7pPr marL="0" indent="0" algn="r">
              <a:lnSpc>
                <a:spcPts val="1200"/>
              </a:lnSpc>
              <a:buNone/>
              <a:defRPr b="1"/>
            </a:lvl7pPr>
            <a:lvl8pPr marL="0" indent="0" algn="r">
              <a:lnSpc>
                <a:spcPts val="1200"/>
              </a:lnSpc>
              <a:buFontTx/>
              <a:buNone/>
              <a:defRPr b="1"/>
            </a:lvl8pPr>
            <a:lvl9pPr marL="0" indent="0" algn="r">
              <a:lnSpc>
                <a:spcPts val="1200"/>
              </a:lnSpc>
              <a:buFontTx/>
              <a:buNone/>
              <a:defRPr b="1"/>
            </a:lvl9pPr>
          </a:lstStyle>
          <a:p>
            <a:pPr lvl="0"/>
            <a:r>
              <a:rPr lang="de-DE" dirty="0"/>
              <a:t>OPTIONAL TEXT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E6A70A1-557C-614A-B148-4826A833F2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18596-CE45-7242-8C51-4E3A2C661AAB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592853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5_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dd Image">
            <a:extLst>
              <a:ext uri="{FF2B5EF4-FFF2-40B4-BE49-F238E27FC236}">
                <a16:creationId xmlns:a16="http://schemas.microsoft.com/office/drawing/2014/main" id="{C2FE0026-1B2F-8A42-8425-A067CE9331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9574" y="1"/>
            <a:ext cx="6024013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5" name="Add Image">
            <a:extLst>
              <a:ext uri="{FF2B5EF4-FFF2-40B4-BE49-F238E27FC236}">
                <a16:creationId xmlns:a16="http://schemas.microsoft.com/office/drawing/2014/main" id="{D35411A9-2CA2-4C43-90C4-B66F93A4FF7C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0" y="3573016"/>
            <a:ext cx="2938951" cy="329535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6" name="Add Image">
            <a:extLst>
              <a:ext uri="{FF2B5EF4-FFF2-40B4-BE49-F238E27FC236}">
                <a16:creationId xmlns:a16="http://schemas.microsoft.com/office/drawing/2014/main" id="{094DED9D-1A12-7D44-BF87-644945B9833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100556" y="3573016"/>
            <a:ext cx="2923458" cy="329535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9" name="Add Image">
            <a:extLst>
              <a:ext uri="{FF2B5EF4-FFF2-40B4-BE49-F238E27FC236}">
                <a16:creationId xmlns:a16="http://schemas.microsoft.com/office/drawing/2014/main" id="{A7E37B46-879A-9144-BE36-D192D99B7112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0" y="2042"/>
            <a:ext cx="2938951" cy="342695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0" name="Add Image">
            <a:extLst>
              <a:ext uri="{FF2B5EF4-FFF2-40B4-BE49-F238E27FC236}">
                <a16:creationId xmlns:a16="http://schemas.microsoft.com/office/drawing/2014/main" id="{5C8712E8-9D54-2349-83E2-4ACE0AB9F3CD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100556" y="2042"/>
            <a:ext cx="2923458" cy="342695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948941-BF34-2B49-9AB9-2041A6CB347E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A7FE61-5E88-7F45-A789-0D7D2E9F44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29394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4_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dd Image">
            <a:extLst>
              <a:ext uri="{FF2B5EF4-FFF2-40B4-BE49-F238E27FC236}">
                <a16:creationId xmlns:a16="http://schemas.microsoft.com/office/drawing/2014/main" id="{F977217D-769E-594D-AC37-02151ECE817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0" y="1"/>
            <a:ext cx="6024015" cy="328498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9" name="Add Image">
            <a:extLst>
              <a:ext uri="{FF2B5EF4-FFF2-40B4-BE49-F238E27FC236}">
                <a16:creationId xmlns:a16="http://schemas.microsoft.com/office/drawing/2014/main" id="{23294178-438A-874F-87F4-E895CBB4B7D0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192037" y="1"/>
            <a:ext cx="6011397" cy="328498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0" name="Add Image">
            <a:extLst>
              <a:ext uri="{FF2B5EF4-FFF2-40B4-BE49-F238E27FC236}">
                <a16:creationId xmlns:a16="http://schemas.microsoft.com/office/drawing/2014/main" id="{3A811608-2DA8-6A4D-849A-09B0C0F0586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0" y="3429001"/>
            <a:ext cx="6024015" cy="343658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1" name="Add Image">
            <a:extLst>
              <a:ext uri="{FF2B5EF4-FFF2-40B4-BE49-F238E27FC236}">
                <a16:creationId xmlns:a16="http://schemas.microsoft.com/office/drawing/2014/main" id="{FB36F7EE-DCD7-0449-8717-228D369E995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192037" y="3429001"/>
            <a:ext cx="6011397" cy="343658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EB110D-B517-3E47-9F4B-B81EAAB8B7B8}"/>
              </a:ext>
            </a:extLst>
          </p:cNvPr>
          <p:cNvSpPr>
            <a:spLocks noGrp="1"/>
          </p:cNvSpPr>
          <p:nvPr>
            <p:ph type="sldNum" sz="quarter" idx="72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4C85C5-16E7-4145-8051-09D8877EA7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6638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39" userDrawn="1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3_Vertical_Pictur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dd Image">
            <a:extLst>
              <a:ext uri="{FF2B5EF4-FFF2-40B4-BE49-F238E27FC236}">
                <a16:creationId xmlns:a16="http://schemas.microsoft.com/office/drawing/2014/main" id="{10CA443C-5FAE-AC46-9CB7-9BF8015C3535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0" y="1"/>
            <a:ext cx="3988039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9" name="Add Image">
            <a:extLst>
              <a:ext uri="{FF2B5EF4-FFF2-40B4-BE49-F238E27FC236}">
                <a16:creationId xmlns:a16="http://schemas.microsoft.com/office/drawing/2014/main" id="{CF10D686-7B90-D745-BD14-26E92D864F4F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4097635" y="1"/>
            <a:ext cx="3975421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30" name="Add Image">
            <a:extLst>
              <a:ext uri="{FF2B5EF4-FFF2-40B4-BE49-F238E27FC236}">
                <a16:creationId xmlns:a16="http://schemas.microsoft.com/office/drawing/2014/main" id="{5584248F-D4A1-D847-96FA-7540446B93BF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201204" y="1"/>
            <a:ext cx="3992384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BD146-20D1-F845-A9E2-0D1957BD84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904DB-FAC9-0646-9CAD-3A4BC7AEA20F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77102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93" userDrawn="1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3_Square Pictur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dd Image">
            <a:extLst>
              <a:ext uri="{FF2B5EF4-FFF2-40B4-BE49-F238E27FC236}">
                <a16:creationId xmlns:a16="http://schemas.microsoft.com/office/drawing/2014/main" id="{18E6D0D0-DA70-AC4B-9808-E9AF3896E5F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40238" y="1"/>
            <a:ext cx="7753349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1" name="Add Image">
            <a:extLst>
              <a:ext uri="{FF2B5EF4-FFF2-40B4-BE49-F238E27FC236}">
                <a16:creationId xmlns:a16="http://schemas.microsoft.com/office/drawing/2014/main" id="{CC3AE3BA-DEDC-864F-A027-D57A376D6D1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0" y="1"/>
            <a:ext cx="4294489" cy="37719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2" name="Add Image">
            <a:extLst>
              <a:ext uri="{FF2B5EF4-FFF2-40B4-BE49-F238E27FC236}">
                <a16:creationId xmlns:a16="http://schemas.microsoft.com/office/drawing/2014/main" id="{EA81AC3F-BCEE-0841-A987-34C6E790C241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0" y="3933825"/>
            <a:ext cx="4294489" cy="2924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513F80-B516-C841-BA72-ABF6248845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48102-851F-FD42-91A1-61EB691965E5}"/>
              </a:ext>
            </a:extLst>
          </p:cNvPr>
          <p:cNvSpPr>
            <a:spLocks noGrp="1"/>
          </p:cNvSpPr>
          <p:nvPr>
            <p:ph type="sldNum" sz="quarter" idx="7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69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35" userDrawn="1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93" userDrawn="1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agline_Full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dd Image">
            <a:extLst>
              <a:ext uri="{FF2B5EF4-FFF2-40B4-BE49-F238E27FC236}">
                <a16:creationId xmlns:a16="http://schemas.microsoft.com/office/drawing/2014/main" id="{D3050E4F-A9E7-8B48-BE99-5A068D4D20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3587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6" name="Subheadline">
            <a:extLst>
              <a:ext uri="{FF2B5EF4-FFF2-40B4-BE49-F238E27FC236}">
                <a16:creationId xmlns:a16="http://schemas.microsoft.com/office/drawing/2014/main" id="{D28ADFB1-387C-FB49-8757-4FF158CB15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476634" y="3233068"/>
            <a:ext cx="11237528" cy="548909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 algn="ctr">
              <a:lnSpc>
                <a:spcPts val="3550"/>
              </a:lnSpc>
              <a:defRPr sz="30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 err="1"/>
              <a:t>Tagline</a:t>
            </a:r>
            <a:r>
              <a:rPr lang="de-DE" dirty="0"/>
              <a:t>. </a:t>
            </a:r>
            <a:r>
              <a:rPr lang="en-GB" dirty="0"/>
              <a:t>Claim</a:t>
            </a: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96033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39" userDrawn="1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66">
          <p15:clr>
            <a:srgbClr val="FBAE40"/>
          </p15:clr>
        </p15:guide>
        <p15:guide id="9" orient="horz" pos="2387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33" userDrawn="1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89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_Tagline_Black_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headline">
            <a:extLst>
              <a:ext uri="{FF2B5EF4-FFF2-40B4-BE49-F238E27FC236}">
                <a16:creationId xmlns:a16="http://schemas.microsoft.com/office/drawing/2014/main" id="{2B545A02-1E2D-4342-A820-ABF3538E9A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476634" y="3233068"/>
            <a:ext cx="11237528" cy="548909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 algn="ctr">
              <a:lnSpc>
                <a:spcPts val="3550"/>
              </a:lnSpc>
              <a:defRPr sz="30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 err="1"/>
              <a:t>Tagline</a:t>
            </a:r>
            <a:r>
              <a:rPr lang="de-DE" dirty="0"/>
              <a:t>. </a:t>
            </a:r>
            <a:r>
              <a:rPr lang="en-GB" dirty="0"/>
              <a:t>Claim</a:t>
            </a: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2528443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abele_Overview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">
            <a:extLst>
              <a:ext uri="{FF2B5EF4-FFF2-40B4-BE49-F238E27FC236}">
                <a16:creationId xmlns:a16="http://schemas.microsoft.com/office/drawing/2014/main" id="{4484CFAE-6EF0-A446-B10B-1F2C7B507C9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55587198"/>
              </p:ext>
            </p:extLst>
          </p:nvPr>
        </p:nvGraphicFramePr>
        <p:xfrm>
          <a:off x="309562" y="1603094"/>
          <a:ext cx="11576051" cy="4506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8438">
                  <a:extLst>
                    <a:ext uri="{9D8B030D-6E8A-4147-A177-3AD203B41FA5}">
                      <a16:colId xmlns:a16="http://schemas.microsoft.com/office/drawing/2014/main" val="2033619532"/>
                    </a:ext>
                  </a:extLst>
                </a:gridCol>
                <a:gridCol w="8727613">
                  <a:extLst>
                    <a:ext uri="{9D8B030D-6E8A-4147-A177-3AD203B41FA5}">
                      <a16:colId xmlns:a16="http://schemas.microsoft.com/office/drawing/2014/main" val="3618421869"/>
                    </a:ext>
                  </a:extLst>
                </a:gridCol>
              </a:tblGrid>
              <a:tr h="612576">
                <a:tc>
                  <a:txBody>
                    <a:bodyPr/>
                    <a:lstStyle/>
                    <a:p>
                      <a:pPr algn="ctr"/>
                      <a:r>
                        <a:rPr lang="de-DE" sz="2000" b="1" i="0" cap="none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180000" marB="144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i="0" cap="none" baseline="0" dirty="0">
                          <a:latin typeface="Montserrat" pitchFamily="2" charset="0"/>
                        </a:rPr>
                        <a:t>Details</a:t>
                      </a:r>
                    </a:p>
                  </a:txBody>
                  <a:tcPr marL="180000" marR="180000" marT="180000" marB="144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211694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83707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54589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886105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commercial</a:t>
                      </a:r>
                      <a:endParaRPr lang="de-DE" sz="1100" b="0" i="0" cap="all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7257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777190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governmental</a:t>
                      </a:r>
                      <a:endParaRPr lang="de-DE" sz="1100" b="0" i="0" cap="all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089110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647232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9261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854787"/>
                  </a:ext>
                </a:extLst>
              </a:tr>
            </a:tbl>
          </a:graphicData>
        </a:graphic>
      </p:graphicFrame>
      <p:sp>
        <p:nvSpPr>
          <p:cNvPr id="12" name="Subheadline">
            <a:extLst>
              <a:ext uri="{FF2B5EF4-FFF2-40B4-BE49-F238E27FC236}">
                <a16:creationId xmlns:a16="http://schemas.microsoft.com/office/drawing/2014/main" id="{21242BC0-D0F0-2F4F-B1E0-A8A76DACDD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35875"/>
            <a:ext cx="2803878" cy="548909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3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 err="1"/>
              <a:t>Overview</a:t>
            </a:r>
            <a:endParaRPr lang="de-DE" dirty="0"/>
          </a:p>
        </p:txBody>
      </p:sp>
      <p:sp>
        <p:nvSpPr>
          <p:cNvPr id="10" name="Headline">
            <a:extLst>
              <a:ext uri="{FF2B5EF4-FFF2-40B4-BE49-F238E27FC236}">
                <a16:creationId xmlns:a16="http://schemas.microsoft.com/office/drawing/2014/main" id="{03A9029B-509E-B94D-83FD-A69EC86D6C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2803880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2122D7-BE9E-ED46-8E2F-9C1CD4792768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1913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87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89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_Tabele_Overview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">
            <a:extLst>
              <a:ext uri="{FF2B5EF4-FFF2-40B4-BE49-F238E27FC236}">
                <a16:creationId xmlns:a16="http://schemas.microsoft.com/office/drawing/2014/main" id="{4484CFAE-6EF0-A446-B10B-1F2C7B507C9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14829694"/>
              </p:ext>
            </p:extLst>
          </p:nvPr>
        </p:nvGraphicFramePr>
        <p:xfrm>
          <a:off x="309562" y="1603094"/>
          <a:ext cx="11576051" cy="4506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8438">
                  <a:extLst>
                    <a:ext uri="{9D8B030D-6E8A-4147-A177-3AD203B41FA5}">
                      <a16:colId xmlns:a16="http://schemas.microsoft.com/office/drawing/2014/main" val="2033619532"/>
                    </a:ext>
                  </a:extLst>
                </a:gridCol>
                <a:gridCol w="8727613">
                  <a:extLst>
                    <a:ext uri="{9D8B030D-6E8A-4147-A177-3AD203B41FA5}">
                      <a16:colId xmlns:a16="http://schemas.microsoft.com/office/drawing/2014/main" val="3618421869"/>
                    </a:ext>
                  </a:extLst>
                </a:gridCol>
              </a:tblGrid>
              <a:tr h="612576">
                <a:tc>
                  <a:txBody>
                    <a:bodyPr/>
                    <a:lstStyle/>
                    <a:p>
                      <a:pPr algn="ctr"/>
                      <a:r>
                        <a:rPr lang="de-DE" sz="2000" b="1" i="0" cap="none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180000" marB="144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i="0" cap="none" baseline="0" dirty="0">
                          <a:latin typeface="Montserrat" pitchFamily="2" charset="0"/>
                        </a:rPr>
                        <a:t>Details</a:t>
                      </a:r>
                    </a:p>
                  </a:txBody>
                  <a:tcPr marL="180000" marR="180000" marT="180000" marB="144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211694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83707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54589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886105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commercial</a:t>
                      </a:r>
                      <a:endParaRPr lang="de-DE" sz="1100" b="0" i="0" cap="all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7257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777190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governmental</a:t>
                      </a:r>
                      <a:endParaRPr lang="de-DE" sz="1100" b="0" i="0" cap="all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9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089110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647232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9261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854787"/>
                  </a:ext>
                </a:extLst>
              </a:tr>
            </a:tbl>
          </a:graphicData>
        </a:graphic>
      </p:graphicFrame>
      <p:sp>
        <p:nvSpPr>
          <p:cNvPr id="10" name="Headline">
            <a:extLst>
              <a:ext uri="{FF2B5EF4-FFF2-40B4-BE49-F238E27FC236}">
                <a16:creationId xmlns:a16="http://schemas.microsoft.com/office/drawing/2014/main" id="{03A9029B-509E-B94D-83FD-A69EC86D6C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2803880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2122D7-BE9E-ED46-8E2F-9C1CD4792768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Subheadline">
            <a:extLst>
              <a:ext uri="{FF2B5EF4-FFF2-40B4-BE49-F238E27FC236}">
                <a16:creationId xmlns:a16="http://schemas.microsoft.com/office/drawing/2014/main" id="{B6D6F0B6-EE17-9B1B-9211-C64E35E4A5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6024563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08386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>
          <p15:clr>
            <a:srgbClr val="FBAE40"/>
          </p15:clr>
        </p15:guide>
        <p15:guide id="9" orient="horz" pos="2387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89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Quote_Comme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ommercial Accent Line">
            <a:extLst>
              <a:ext uri="{FF2B5EF4-FFF2-40B4-BE49-F238E27FC236}">
                <a16:creationId xmlns:a16="http://schemas.microsoft.com/office/drawing/2014/main" id="{3F637365-96CF-48BA-856A-1D092CA89432}"/>
              </a:ext>
            </a:extLst>
          </p:cNvPr>
          <p:cNvSpPr/>
          <p:nvPr userDrawn="1"/>
        </p:nvSpPr>
        <p:spPr bwMode="gray">
          <a:xfrm>
            <a:off x="1541812" y="4686365"/>
            <a:ext cx="10651776" cy="98154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de-DE" sz="1100" dirty="0" err="1">
              <a:solidFill>
                <a:schemeClr val="bg1"/>
              </a:solidFill>
            </a:endParaRPr>
          </a:p>
        </p:txBody>
      </p:sp>
      <p:pic>
        <p:nvPicPr>
          <p:cNvPr id="8" name="Quote Sign">
            <a:extLst>
              <a:ext uri="{FF2B5EF4-FFF2-40B4-BE49-F238E27FC236}">
                <a16:creationId xmlns:a16="http://schemas.microsoft.com/office/drawing/2014/main" id="{B3BB1126-B6E9-794F-868B-1514A2329C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576" y="479475"/>
            <a:ext cx="762000" cy="609600"/>
          </a:xfrm>
          <a:prstGeom prst="rect">
            <a:avLst/>
          </a:prstGeom>
        </p:spPr>
      </p:pic>
      <p:sp>
        <p:nvSpPr>
          <p:cNvPr id="14" name="Quote">
            <a:extLst>
              <a:ext uri="{FF2B5EF4-FFF2-40B4-BE49-F238E27FC236}">
                <a16:creationId xmlns:a16="http://schemas.microsoft.com/office/drawing/2014/main" id="{5A890EA1-447F-4E41-8546-2297D3BB58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9424" y="3861448"/>
            <a:ext cx="4177210" cy="11970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180000" rIns="216000" bIns="180000" anchor="b" anchorCtr="0">
            <a:spAutoFit/>
          </a:bodyPr>
          <a:lstStyle>
            <a:lvl1pPr algn="l">
              <a:lnSpc>
                <a:spcPts val="3200"/>
              </a:lnSpc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First Line</a:t>
            </a:r>
            <a:br>
              <a:rPr lang="de-DE" dirty="0"/>
            </a:br>
            <a:r>
              <a:rPr lang="de-DE" dirty="0"/>
              <a:t>Second Line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67E33D-85DA-E948-8359-46EA128E9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Optional Text">
            <a:extLst>
              <a:ext uri="{FF2B5EF4-FFF2-40B4-BE49-F238E27FC236}">
                <a16:creationId xmlns:a16="http://schemas.microsoft.com/office/drawing/2014/main" id="{4DC20115-1FF3-694C-B6D5-5C3C27C40F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97587" y="476250"/>
            <a:ext cx="5616575" cy="284162"/>
          </a:xfrm>
        </p:spPr>
        <p:txBody>
          <a:bodyPr/>
          <a:lstStyle>
            <a:lvl1pPr algn="r">
              <a:lnSpc>
                <a:spcPts val="1200"/>
              </a:lnSpc>
              <a:defRPr b="1" cap="all" baseline="0"/>
            </a:lvl1pPr>
            <a:lvl2pPr marL="0" indent="0" algn="r">
              <a:lnSpc>
                <a:spcPts val="1200"/>
              </a:lnSpc>
              <a:buNone/>
              <a:defRPr sz="1100" b="1"/>
            </a:lvl2pPr>
            <a:lvl3pPr marL="0" indent="0" algn="r">
              <a:lnSpc>
                <a:spcPts val="1200"/>
              </a:lnSpc>
              <a:buNone/>
              <a:defRPr sz="1100" b="1"/>
            </a:lvl3pPr>
            <a:lvl4pPr marL="0" indent="0" algn="r">
              <a:lnSpc>
                <a:spcPts val="1200"/>
              </a:lnSpc>
              <a:buFontTx/>
              <a:buNone/>
              <a:defRPr b="1"/>
            </a:lvl4pPr>
            <a:lvl5pPr marL="0" indent="0" algn="r">
              <a:lnSpc>
                <a:spcPts val="1200"/>
              </a:lnSpc>
              <a:buFontTx/>
              <a:buNone/>
              <a:defRPr b="1"/>
            </a:lvl5pPr>
            <a:lvl6pPr marL="0" indent="0" algn="r">
              <a:lnSpc>
                <a:spcPts val="1200"/>
              </a:lnSpc>
              <a:buFontTx/>
              <a:buNone/>
              <a:defRPr b="1"/>
            </a:lvl6pPr>
            <a:lvl7pPr marL="0" indent="0" algn="r">
              <a:lnSpc>
                <a:spcPts val="1200"/>
              </a:lnSpc>
              <a:buNone/>
              <a:defRPr b="1"/>
            </a:lvl7pPr>
            <a:lvl8pPr marL="0" indent="0" algn="r">
              <a:lnSpc>
                <a:spcPts val="1200"/>
              </a:lnSpc>
              <a:buFontTx/>
              <a:buNone/>
              <a:defRPr b="1"/>
            </a:lvl8pPr>
            <a:lvl9pPr marL="0" indent="0" algn="r">
              <a:lnSpc>
                <a:spcPts val="1200"/>
              </a:lnSpc>
              <a:buFontTx/>
              <a:buNone/>
              <a:defRPr b="1"/>
            </a:lvl9pPr>
          </a:lstStyle>
          <a:p>
            <a:pPr lvl="0"/>
            <a:r>
              <a:rPr lang="de-DE" dirty="0"/>
              <a:t>OPTIONAL TEXT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1498125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_Quote_G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ommercial Accent Line">
            <a:extLst>
              <a:ext uri="{FF2B5EF4-FFF2-40B4-BE49-F238E27FC236}">
                <a16:creationId xmlns:a16="http://schemas.microsoft.com/office/drawing/2014/main" id="{3F637365-96CF-48BA-856A-1D092CA89432}"/>
              </a:ext>
            </a:extLst>
          </p:cNvPr>
          <p:cNvSpPr/>
          <p:nvPr userDrawn="1"/>
        </p:nvSpPr>
        <p:spPr bwMode="gray">
          <a:xfrm>
            <a:off x="1541812" y="4686365"/>
            <a:ext cx="10651776" cy="98154"/>
          </a:xfrm>
          <a:prstGeom prst="rect">
            <a:avLst/>
          </a:prstGeom>
          <a:solidFill>
            <a:srgbClr val="92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de-DE" sz="1100" dirty="0" err="1">
              <a:solidFill>
                <a:schemeClr val="bg1"/>
              </a:solidFill>
            </a:endParaRPr>
          </a:p>
        </p:txBody>
      </p:sp>
      <p:pic>
        <p:nvPicPr>
          <p:cNvPr id="8" name="Quote Sign">
            <a:extLst>
              <a:ext uri="{FF2B5EF4-FFF2-40B4-BE49-F238E27FC236}">
                <a16:creationId xmlns:a16="http://schemas.microsoft.com/office/drawing/2014/main" id="{B3BB1126-B6E9-794F-868B-1514A2329C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576" y="479475"/>
            <a:ext cx="762000" cy="609600"/>
          </a:xfrm>
          <a:prstGeom prst="rect">
            <a:avLst/>
          </a:prstGeom>
        </p:spPr>
      </p:pic>
      <p:sp>
        <p:nvSpPr>
          <p:cNvPr id="14" name="Quote">
            <a:extLst>
              <a:ext uri="{FF2B5EF4-FFF2-40B4-BE49-F238E27FC236}">
                <a16:creationId xmlns:a16="http://schemas.microsoft.com/office/drawing/2014/main" id="{5A890EA1-447F-4E41-8546-2297D3BB58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9424" y="3861448"/>
            <a:ext cx="4177210" cy="11970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180000" rIns="216000" bIns="180000" anchor="b" anchorCtr="0">
            <a:spAutoFit/>
          </a:bodyPr>
          <a:lstStyle>
            <a:lvl1pPr algn="l">
              <a:lnSpc>
                <a:spcPts val="3200"/>
              </a:lnSpc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First Line</a:t>
            </a:r>
            <a:br>
              <a:rPr lang="de-DE" dirty="0"/>
            </a:br>
            <a:r>
              <a:rPr lang="de-DE" dirty="0"/>
              <a:t>Second Line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67E33D-85DA-E948-8359-46EA128E9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Optional Text">
            <a:extLst>
              <a:ext uri="{FF2B5EF4-FFF2-40B4-BE49-F238E27FC236}">
                <a16:creationId xmlns:a16="http://schemas.microsoft.com/office/drawing/2014/main" id="{4DC20115-1FF3-694C-B6D5-5C3C27C40F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97587" y="476250"/>
            <a:ext cx="5616575" cy="284162"/>
          </a:xfrm>
        </p:spPr>
        <p:txBody>
          <a:bodyPr/>
          <a:lstStyle>
            <a:lvl1pPr algn="r">
              <a:lnSpc>
                <a:spcPts val="1200"/>
              </a:lnSpc>
              <a:defRPr b="1" cap="all" baseline="0"/>
            </a:lvl1pPr>
            <a:lvl2pPr marL="0" indent="0" algn="r">
              <a:lnSpc>
                <a:spcPts val="1200"/>
              </a:lnSpc>
              <a:buNone/>
              <a:defRPr sz="1100" b="1"/>
            </a:lvl2pPr>
            <a:lvl3pPr marL="0" indent="0" algn="r">
              <a:lnSpc>
                <a:spcPts val="1200"/>
              </a:lnSpc>
              <a:buNone/>
              <a:defRPr sz="1100" b="1"/>
            </a:lvl3pPr>
            <a:lvl4pPr marL="0" indent="0" algn="r">
              <a:lnSpc>
                <a:spcPts val="1200"/>
              </a:lnSpc>
              <a:buFontTx/>
              <a:buNone/>
              <a:defRPr b="1"/>
            </a:lvl4pPr>
            <a:lvl5pPr marL="0" indent="0" algn="r">
              <a:lnSpc>
                <a:spcPts val="1200"/>
              </a:lnSpc>
              <a:buFontTx/>
              <a:buNone/>
              <a:defRPr b="1"/>
            </a:lvl5pPr>
            <a:lvl6pPr marL="0" indent="0" algn="r">
              <a:lnSpc>
                <a:spcPts val="1200"/>
              </a:lnSpc>
              <a:buFontTx/>
              <a:buNone/>
              <a:defRPr b="1"/>
            </a:lvl6pPr>
            <a:lvl7pPr marL="0" indent="0" algn="r">
              <a:lnSpc>
                <a:spcPts val="1200"/>
              </a:lnSpc>
              <a:buNone/>
              <a:defRPr b="1"/>
            </a:lvl7pPr>
            <a:lvl8pPr marL="0" indent="0" algn="r">
              <a:lnSpc>
                <a:spcPts val="1200"/>
              </a:lnSpc>
              <a:buFontTx/>
              <a:buNone/>
              <a:defRPr b="1"/>
            </a:lvl8pPr>
            <a:lvl9pPr marL="0" indent="0" algn="r">
              <a:lnSpc>
                <a:spcPts val="1200"/>
              </a:lnSpc>
              <a:buFontTx/>
              <a:buNone/>
              <a:defRPr b="1"/>
            </a:lvl9pPr>
          </a:lstStyle>
          <a:p>
            <a:pPr lvl="0"/>
            <a:r>
              <a:rPr lang="de-DE" dirty="0"/>
              <a:t>OPTIONAL TEXT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208260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Smallest_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ptional Text">
            <a:extLst>
              <a:ext uri="{FF2B5EF4-FFF2-40B4-BE49-F238E27FC236}">
                <a16:creationId xmlns:a16="http://schemas.microsoft.com/office/drawing/2014/main" id="{C1266950-4AA1-3049-BE55-7855E82377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97587" y="476250"/>
            <a:ext cx="5616575" cy="284162"/>
          </a:xfrm>
        </p:spPr>
        <p:txBody>
          <a:bodyPr/>
          <a:lstStyle>
            <a:lvl1pPr algn="r">
              <a:lnSpc>
                <a:spcPts val="1200"/>
              </a:lnSpc>
              <a:defRPr b="1" cap="all" baseline="0"/>
            </a:lvl1pPr>
            <a:lvl2pPr marL="0" indent="0" algn="r">
              <a:lnSpc>
                <a:spcPts val="1200"/>
              </a:lnSpc>
              <a:buNone/>
              <a:defRPr sz="1100" b="1"/>
            </a:lvl2pPr>
            <a:lvl3pPr marL="0" indent="0" algn="r">
              <a:lnSpc>
                <a:spcPts val="1200"/>
              </a:lnSpc>
              <a:buNone/>
              <a:defRPr sz="1100" b="1"/>
            </a:lvl3pPr>
            <a:lvl4pPr marL="0" indent="0" algn="r">
              <a:lnSpc>
                <a:spcPts val="1200"/>
              </a:lnSpc>
              <a:buFontTx/>
              <a:buNone/>
              <a:defRPr b="1"/>
            </a:lvl4pPr>
            <a:lvl5pPr marL="0" indent="0" algn="r">
              <a:lnSpc>
                <a:spcPts val="1200"/>
              </a:lnSpc>
              <a:buFontTx/>
              <a:buNone/>
              <a:defRPr b="1"/>
            </a:lvl5pPr>
            <a:lvl6pPr marL="0" indent="0" algn="r">
              <a:lnSpc>
                <a:spcPts val="1200"/>
              </a:lnSpc>
              <a:buFontTx/>
              <a:buNone/>
              <a:defRPr b="1"/>
            </a:lvl6pPr>
            <a:lvl7pPr marL="0" indent="0" algn="r">
              <a:lnSpc>
                <a:spcPts val="1200"/>
              </a:lnSpc>
              <a:buNone/>
              <a:defRPr b="1"/>
            </a:lvl7pPr>
            <a:lvl8pPr marL="0" indent="0" algn="r">
              <a:lnSpc>
                <a:spcPts val="1200"/>
              </a:lnSpc>
              <a:buFontTx/>
              <a:buNone/>
              <a:defRPr b="1"/>
            </a:lvl8pPr>
            <a:lvl9pPr marL="0" indent="0" algn="r">
              <a:lnSpc>
                <a:spcPts val="1200"/>
              </a:lnSpc>
              <a:buFontTx/>
              <a:buNone/>
              <a:defRPr b="1"/>
            </a:lvl9pPr>
          </a:lstStyle>
          <a:p>
            <a:pPr lvl="0"/>
            <a:r>
              <a:rPr lang="de-DE" dirty="0"/>
              <a:t>OPTIONAL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3FC4-C604-DC4F-9FAA-A2F418D0F293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104304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Grid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ptional Text">
            <a:extLst>
              <a:ext uri="{FF2B5EF4-FFF2-40B4-BE49-F238E27FC236}">
                <a16:creationId xmlns:a16="http://schemas.microsoft.com/office/drawing/2014/main" id="{78B8529B-8143-CA40-9FE4-78346528BCB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97587" y="476250"/>
            <a:ext cx="5616575" cy="284162"/>
          </a:xfrm>
        </p:spPr>
        <p:txBody>
          <a:bodyPr/>
          <a:lstStyle>
            <a:lvl1pPr algn="r">
              <a:lnSpc>
                <a:spcPts val="1200"/>
              </a:lnSpc>
              <a:defRPr b="1" cap="all" baseline="0"/>
            </a:lvl1pPr>
            <a:lvl2pPr marL="0" indent="0" algn="r">
              <a:lnSpc>
                <a:spcPts val="1200"/>
              </a:lnSpc>
              <a:buNone/>
              <a:defRPr sz="1100" b="1"/>
            </a:lvl2pPr>
            <a:lvl3pPr marL="0" indent="0" algn="r">
              <a:lnSpc>
                <a:spcPts val="1200"/>
              </a:lnSpc>
              <a:buNone/>
              <a:defRPr sz="1100" b="1"/>
            </a:lvl3pPr>
            <a:lvl4pPr marL="0" indent="0" algn="r">
              <a:lnSpc>
                <a:spcPts val="1200"/>
              </a:lnSpc>
              <a:buFontTx/>
              <a:buNone/>
              <a:defRPr b="1"/>
            </a:lvl4pPr>
            <a:lvl5pPr marL="0" indent="0" algn="r">
              <a:lnSpc>
                <a:spcPts val="1200"/>
              </a:lnSpc>
              <a:buFontTx/>
              <a:buNone/>
              <a:defRPr b="1"/>
            </a:lvl5pPr>
            <a:lvl6pPr marL="0" indent="0" algn="r">
              <a:lnSpc>
                <a:spcPts val="1200"/>
              </a:lnSpc>
              <a:buFontTx/>
              <a:buNone/>
              <a:defRPr b="1"/>
            </a:lvl6pPr>
            <a:lvl7pPr marL="0" indent="0" algn="r">
              <a:lnSpc>
                <a:spcPts val="1200"/>
              </a:lnSpc>
              <a:buNone/>
              <a:defRPr b="1"/>
            </a:lvl7pPr>
            <a:lvl8pPr marL="0" indent="0" algn="r">
              <a:lnSpc>
                <a:spcPts val="1200"/>
              </a:lnSpc>
              <a:buFontTx/>
              <a:buNone/>
              <a:defRPr b="1"/>
            </a:lvl8pPr>
            <a:lvl9pPr marL="0" indent="0" algn="r">
              <a:lnSpc>
                <a:spcPts val="1200"/>
              </a:lnSpc>
              <a:buFontTx/>
              <a:buNone/>
              <a:defRPr b="1"/>
            </a:lvl9pPr>
          </a:lstStyle>
          <a:p>
            <a:pPr lvl="0"/>
            <a:r>
              <a:rPr lang="de-DE" dirty="0"/>
              <a:t>OPTIONAL TEXT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1465C4-9B10-3647-8587-6AD222EDB4F3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51170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952">
          <p15:clr>
            <a:srgbClr val="FBAE40"/>
          </p15:clr>
        </p15:guide>
        <p15:guide id="2" pos="396">
          <p15:clr>
            <a:srgbClr val="FBAE40"/>
          </p15:clr>
        </p15:guide>
        <p15:guide id="3" orient="horz" pos="3339" userDrawn="1">
          <p15:clr>
            <a:srgbClr val="FBAE40"/>
          </p15:clr>
        </p15:guide>
        <p15:guide id="4" orient="horz" pos="3438">
          <p15:clr>
            <a:srgbClr val="FBAE40"/>
          </p15:clr>
        </p15:guide>
        <p15:guide id="5" orient="horz" pos="3833">
          <p15:clr>
            <a:srgbClr val="FBAE40"/>
          </p15:clr>
        </p15:guide>
        <p15:guide id="6" orient="horz" pos="3923">
          <p15:clr>
            <a:srgbClr val="FBAE40"/>
          </p15:clr>
        </p15:guide>
        <p15:guide id="7" orient="horz" pos="2862">
          <p15:clr>
            <a:srgbClr val="FBAE40"/>
          </p15:clr>
        </p15:guide>
        <p15:guide id="8" orient="horz" pos="2466">
          <p15:clr>
            <a:srgbClr val="FBAE40"/>
          </p15:clr>
        </p15:guide>
        <p15:guide id="9" orient="horz" pos="2376">
          <p15:clr>
            <a:srgbClr val="FBAE40"/>
          </p15:clr>
        </p15:guide>
        <p15:guide id="10" orient="horz" pos="1982">
          <p15:clr>
            <a:srgbClr val="FBAE40"/>
          </p15:clr>
        </p15:guide>
        <p15:guide id="11" orient="horz" pos="1890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3" orient="horz" pos="1406">
          <p15:clr>
            <a:srgbClr val="FBAE40"/>
          </p15:clr>
        </p15:guide>
        <p15:guide id="14" orient="horz" pos="1010">
          <p15:clr>
            <a:srgbClr val="FBAE40"/>
          </p15:clr>
        </p15:guide>
        <p15:guide id="15" orient="horz" pos="920">
          <p15:clr>
            <a:srgbClr val="FBAE40"/>
          </p15:clr>
        </p15:guide>
        <p15:guide id="16" orient="horz" pos="525">
          <p15:clr>
            <a:srgbClr val="FBAE40"/>
          </p15:clr>
        </p15:guide>
        <p15:guide id="17" pos="486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0" pos="1367">
          <p15:clr>
            <a:srgbClr val="FBAE40"/>
          </p15:clr>
        </p15:guide>
        <p15:guide id="21" pos="1457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4" pos="2339">
          <p15:clr>
            <a:srgbClr val="FBAE40"/>
          </p15:clr>
        </p15:guide>
        <p15:guide id="25" pos="2429">
          <p15:clr>
            <a:srgbClr val="FBAE40"/>
          </p15:clr>
        </p15:guide>
        <p15:guide id="26" pos="2823">
          <p15:clr>
            <a:srgbClr val="FBAE40"/>
          </p15:clr>
        </p15:guide>
        <p15:guide id="27" pos="2913">
          <p15:clr>
            <a:srgbClr val="FBAE40"/>
          </p15:clr>
        </p15:guide>
        <p15:guide id="28" pos="3309">
          <p15:clr>
            <a:srgbClr val="FBAE40"/>
          </p15:clr>
        </p15:guide>
        <p15:guide id="29" pos="3399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2" pos="4280">
          <p15:clr>
            <a:srgbClr val="FBAE40"/>
          </p15:clr>
        </p15:guide>
        <p15:guide id="33" pos="4371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6" pos="5252">
          <p15:clr>
            <a:srgbClr val="FBAE40"/>
          </p15:clr>
        </p15:guide>
        <p15:guide id="37" pos="5342">
          <p15:clr>
            <a:srgbClr val="FBAE40"/>
          </p15:clr>
        </p15:guide>
        <p15:guide id="38" pos="5738">
          <p15:clr>
            <a:srgbClr val="FBAE40"/>
          </p15:clr>
        </p15:guide>
        <p15:guide id="39" pos="5828">
          <p15:clr>
            <a:srgbClr val="FBAE40"/>
          </p15:clr>
        </p15:guide>
        <p15:guide id="40" pos="6222">
          <p15:clr>
            <a:srgbClr val="FBAE40"/>
          </p15:clr>
        </p15:guide>
        <p15:guide id="41" pos="6314">
          <p15:clr>
            <a:srgbClr val="FBAE40"/>
          </p15:clr>
        </p15:guide>
        <p15:guide id="42" pos="6708">
          <p15:clr>
            <a:srgbClr val="FBAE40"/>
          </p15:clr>
        </p15:guide>
        <p15:guide id="43" pos="6798">
          <p15:clr>
            <a:srgbClr val="FBAE40"/>
          </p15:clr>
        </p15:guide>
        <p15:guide id="44" pos="7194">
          <p15:clr>
            <a:srgbClr val="FBAE40"/>
          </p15:clr>
        </p15:guide>
        <p15:guide id="45" pos="72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hank You">
            <a:extLst>
              <a:ext uri="{FF2B5EF4-FFF2-40B4-BE49-F238E27FC236}">
                <a16:creationId xmlns:a16="http://schemas.microsoft.com/office/drawing/2014/main" id="{9AC12306-0024-0F42-B664-C32AD3EE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183390"/>
            <a:ext cx="3720530" cy="560258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4000" b="1" i="0" cap="none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.</a:t>
            </a:r>
          </a:p>
        </p:txBody>
      </p:sp>
      <p:pic>
        <p:nvPicPr>
          <p:cNvPr id="12" name="QS Logo" descr="Image">
            <a:extLst>
              <a:ext uri="{FF2B5EF4-FFF2-40B4-BE49-F238E27FC236}">
                <a16:creationId xmlns:a16="http://schemas.microsoft.com/office/drawing/2014/main" id="{650CDBA8-DC9F-2C44-83FA-72F519096C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47031" y="3146204"/>
            <a:ext cx="2767132" cy="576486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Copyright">
            <a:extLst>
              <a:ext uri="{FF2B5EF4-FFF2-40B4-BE49-F238E27FC236}">
                <a16:creationId xmlns:a16="http://schemas.microsoft.com/office/drawing/2014/main" id="{186F26E3-3A2E-EB4E-A9FE-CDEB22F8F6BE}"/>
              </a:ext>
            </a:extLst>
          </p:cNvPr>
          <p:cNvSpPr txBox="1"/>
          <p:nvPr userDrawn="1"/>
        </p:nvSpPr>
        <p:spPr>
          <a:xfrm>
            <a:off x="5088682" y="5949280"/>
            <a:ext cx="671265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Copyright © 202</a:t>
            </a:r>
            <a:r>
              <a:rPr lang="en-US" sz="800" b="0" i="0" dirty="0">
                <a:solidFill>
                  <a:schemeClr val="bg1"/>
                </a:solidFill>
                <a:latin typeface="Montserrat" pitchFamily="2" charset="0"/>
              </a:rPr>
              <a:t>5</a:t>
            </a:r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 Quantum-Systems GmbH. All rights reserved</a:t>
            </a:r>
          </a:p>
          <a:p>
            <a:pPr algn="r"/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Quantum-Systems GmbH  </a:t>
            </a:r>
            <a:r>
              <a:rPr lang="en-DE" sz="600" b="0" i="0" dirty="0">
                <a:solidFill>
                  <a:schemeClr val="bg1"/>
                </a:solidFill>
                <a:latin typeface="Montserrat" pitchFamily="2" charset="0"/>
              </a:rPr>
              <a:t>| </a:t>
            </a:r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 Zeppelinstr. 18</a:t>
            </a:r>
            <a:r>
              <a:rPr lang="en-DE" sz="900" b="0" i="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n-DE" sz="700" b="0" i="0" dirty="0">
                <a:solidFill>
                  <a:schemeClr val="bg1"/>
                </a:solidFill>
                <a:latin typeface="Montserrat" pitchFamily="2" charset="0"/>
              </a:rPr>
              <a:t>| </a:t>
            </a:r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 82205 Gilching </a:t>
            </a:r>
            <a:r>
              <a:rPr lang="en-DE" sz="900" b="0" i="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n-DE" sz="700" b="0" i="0" dirty="0">
                <a:solidFill>
                  <a:schemeClr val="bg1"/>
                </a:solidFill>
                <a:latin typeface="Montserrat" pitchFamily="2" charset="0"/>
              </a:rPr>
              <a:t>|  </a:t>
            </a:r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Germany</a:t>
            </a:r>
          </a:p>
          <a:p>
            <a:pPr algn="r"/>
            <a:r>
              <a:rPr lang="en-DE" sz="1100" b="1" i="0" dirty="0">
                <a:solidFill>
                  <a:schemeClr val="bg1"/>
                </a:solidFill>
                <a:latin typeface="Montserrat" pitchFamily="2" charset="0"/>
              </a:rPr>
              <a:t>quantum-systems.com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126519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2917D6E-1C02-4FAF-B512-E754E584271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945455"/>
            <a:ext cx="8626475" cy="48473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Title.</a:t>
            </a:r>
          </a:p>
        </p:txBody>
      </p:sp>
      <p:sp>
        <p:nvSpPr>
          <p:cNvPr id="6" name="Paginations">
            <a:extLst>
              <a:ext uri="{FF2B5EF4-FFF2-40B4-BE49-F238E27FC236}">
                <a16:creationId xmlns:a16="http://schemas.microsoft.com/office/drawing/2014/main" id="{B1645C6A-58BF-463C-A2DC-88F332247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79425" y="6384131"/>
            <a:ext cx="2630488" cy="47386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1400"/>
              </a:lnSpc>
              <a:defRPr sz="1100" b="0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7" name="Textplacer">
            <a:extLst>
              <a:ext uri="{FF2B5EF4-FFF2-40B4-BE49-F238E27FC236}">
                <a16:creationId xmlns:a16="http://schemas.microsoft.com/office/drawing/2014/main" id="{0EE8F09E-8CB0-4CCC-A89E-6ED2B6D8AFB5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79425" y="2025650"/>
            <a:ext cx="11234738" cy="37076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 err="1"/>
              <a:t>Fourth</a:t>
            </a:r>
            <a:r>
              <a:rPr lang="de-DE" dirty="0"/>
              <a:t> Level</a:t>
            </a:r>
          </a:p>
          <a:p>
            <a:pPr lvl="4"/>
            <a:r>
              <a:rPr lang="de-DE" dirty="0" err="1"/>
              <a:t>Fifth</a:t>
            </a:r>
            <a:r>
              <a:rPr lang="de-DE" dirty="0"/>
              <a:t> Level</a:t>
            </a:r>
          </a:p>
          <a:p>
            <a:pPr lvl="5"/>
            <a:r>
              <a:rPr lang="de-DE" dirty="0" err="1"/>
              <a:t>Sixth</a:t>
            </a:r>
            <a:r>
              <a:rPr lang="de-DE" dirty="0"/>
              <a:t> Level</a:t>
            </a:r>
          </a:p>
          <a:p>
            <a:pPr lvl="6"/>
            <a:r>
              <a:rPr lang="de-DE" dirty="0" err="1"/>
              <a:t>Seventh</a:t>
            </a:r>
            <a:r>
              <a:rPr lang="de-DE" dirty="0"/>
              <a:t> Level</a:t>
            </a:r>
          </a:p>
          <a:p>
            <a:pPr lvl="7"/>
            <a:r>
              <a:rPr lang="de-DE" dirty="0" err="1"/>
              <a:t>Eight</a:t>
            </a:r>
            <a:r>
              <a:rPr lang="de-DE" dirty="0"/>
              <a:t> Level</a:t>
            </a:r>
          </a:p>
          <a:p>
            <a:pPr lvl="8"/>
            <a:r>
              <a:rPr lang="de-DE" dirty="0" err="1"/>
              <a:t>Ninth</a:t>
            </a:r>
            <a:r>
              <a:rPr lang="de-DE" dirty="0"/>
              <a:t>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FDBBAA-078A-554D-819F-4D19B52E7012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</p:spTree>
    <p:custDataLst>
      <p:tags r:id="rId34"/>
    </p:custDataLst>
    <p:extLst>
      <p:ext uri="{BB962C8B-B14F-4D97-AF65-F5344CB8AC3E}">
        <p14:creationId xmlns:p14="http://schemas.microsoft.com/office/powerpoint/2010/main" val="2241405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8" r:id="rId1"/>
    <p:sldLayoutId id="2147484411" r:id="rId2"/>
    <p:sldLayoutId id="2147483679" r:id="rId3"/>
    <p:sldLayoutId id="2147484353" r:id="rId4"/>
    <p:sldLayoutId id="2147484429" r:id="rId5"/>
    <p:sldLayoutId id="2147484430" r:id="rId6"/>
    <p:sldLayoutId id="2147483676" r:id="rId7"/>
    <p:sldLayoutId id="2147484426" r:id="rId8"/>
    <p:sldLayoutId id="2147484427" r:id="rId9"/>
    <p:sldLayoutId id="2147484381" r:id="rId10"/>
    <p:sldLayoutId id="2147484330" r:id="rId11"/>
    <p:sldLayoutId id="2147483677" r:id="rId12"/>
    <p:sldLayoutId id="2147484333" r:id="rId13"/>
    <p:sldLayoutId id="2147484319" r:id="rId14"/>
    <p:sldLayoutId id="2147484321" r:id="rId15"/>
    <p:sldLayoutId id="2147484326" r:id="rId16"/>
    <p:sldLayoutId id="2147484329" r:id="rId17"/>
    <p:sldLayoutId id="2147484328" r:id="rId18"/>
    <p:sldLayoutId id="2147483685" r:id="rId19"/>
    <p:sldLayoutId id="2147484324" r:id="rId20"/>
    <p:sldLayoutId id="2147484322" r:id="rId21"/>
    <p:sldLayoutId id="2147484323" r:id="rId22"/>
    <p:sldLayoutId id="2147484327" r:id="rId23"/>
    <p:sldLayoutId id="2147484356" r:id="rId24"/>
    <p:sldLayoutId id="2147484425" r:id="rId25"/>
    <p:sldLayoutId id="2147484334" r:id="rId26"/>
    <p:sldLayoutId id="2147484382" r:id="rId27"/>
    <p:sldLayoutId id="2147483684" r:id="rId28"/>
    <p:sldLayoutId id="2147484424" r:id="rId29"/>
    <p:sldLayoutId id="2147483666" r:id="rId30"/>
    <p:sldLayoutId id="2147483672" r:id="rId31"/>
    <p:sldLayoutId id="2147484358" r:id="rId32"/>
  </p:sldLayoutIdLst>
  <p:transition>
    <p:fade/>
  </p:transition>
  <p:hf hdr="0" ftr="0" dt="0"/>
  <p:txStyles>
    <p:titleStyle>
      <a:lvl1pPr algn="l" defTabSz="914491" rtl="0" eaLnBrk="1" latinLnBrk="0" hangingPunct="1">
        <a:lnSpc>
          <a:spcPct val="90000"/>
        </a:lnSpc>
        <a:spcBef>
          <a:spcPct val="0"/>
        </a:spcBef>
        <a:buNone/>
        <a:tabLst>
          <a:tab pos="3408363" algn="l"/>
          <a:tab pos="5199063" algn="l"/>
        </a:tabLst>
        <a:defRPr sz="3000" b="1" i="0" kern="1200" cap="none" baseline="0">
          <a:solidFill>
            <a:schemeClr val="tx1"/>
          </a:solidFill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+mj-lt"/>
        <a:buNone/>
        <a:defRPr lang="de-DE" sz="1300" b="0" i="0" kern="1200" dirty="0">
          <a:solidFill>
            <a:schemeClr val="tx1"/>
          </a:solidFill>
          <a:latin typeface="Montserrat" pitchFamily="2" charset="0"/>
          <a:ea typeface="+mn-ea"/>
          <a:cs typeface="+mn-cs"/>
        </a:defRPr>
      </a:lvl1pPr>
      <a:lvl2pPr marL="360000" indent="-180000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2pPr>
      <a:lvl3pPr marL="540000" indent="-180000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3pPr>
      <a:lvl4pPr marL="720000" indent="-180975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4pPr>
      <a:lvl5pPr marL="900000" indent="-180000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tabLst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5pPr>
      <a:lvl6pPr marL="900000" indent="-180975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6pPr>
      <a:lvl7pPr marL="900000" indent="-180975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7pPr>
      <a:lvl8pPr marL="900000" indent="-180975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sz="1300" b="0" i="0" kern="1200">
          <a:solidFill>
            <a:schemeClr val="tx1"/>
          </a:solidFill>
          <a:latin typeface="Montserrat" pitchFamily="2" charset="0"/>
          <a:ea typeface="+mn-ea"/>
          <a:cs typeface="+mn-cs"/>
        </a:defRPr>
      </a:lvl8pPr>
      <a:lvl9pPr marL="900000" indent="-180975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>
          <a:solidFill>
            <a:schemeClr val="tx1"/>
          </a:solidFill>
          <a:latin typeface="Montserrat" pitchFamily="2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" orient="horz" pos="300">
          <p15:clr>
            <a:srgbClr val="F26B43"/>
          </p15:clr>
        </p15:guide>
        <p15:guide id="9" orient="horz" pos="3929" userDrawn="1">
          <p15:clr>
            <a:srgbClr val="F26B43"/>
          </p15:clr>
        </p15:guide>
        <p15:guide id="14" pos="302" userDrawn="1">
          <p15:clr>
            <a:srgbClr val="F26B43"/>
          </p15:clr>
        </p15:guide>
        <p15:guide id="27" orient="horz" pos="2160">
          <p15:clr>
            <a:srgbClr val="F26B43"/>
          </p15:clr>
        </p15:guide>
        <p15:guide id="31" pos="3841">
          <p15:clr>
            <a:srgbClr val="F26B43"/>
          </p15:clr>
        </p15:guide>
        <p15:guide id="35" pos="7379" userDrawn="1">
          <p15:clr>
            <a:srgbClr val="F26B43"/>
          </p15:clr>
        </p15:guide>
        <p15:guide id="36" pos="7487" userDrawn="1">
          <p15:clr>
            <a:srgbClr val="F26B43"/>
          </p15:clr>
        </p15:guide>
        <p15:guide id="37" pos="195" userDrawn="1">
          <p15:clr>
            <a:srgbClr val="F26B43"/>
          </p15:clr>
        </p15:guide>
        <p15:guide id="38" orient="horz" pos="4110" userDrawn="1">
          <p15:clr>
            <a:srgbClr val="F26B43"/>
          </p15:clr>
        </p15:guide>
        <p15:guide id="39" orient="horz" pos="22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74B73-7797-91AB-8AF5-52B87F8C4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832C4F-2193-6E70-D605-F04E028960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10.2025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221EC6-2251-BBA7-0109-B173C77F23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Case </a:t>
            </a:r>
            <a:r>
              <a:rPr lang="en-US" noProof="0" dirty="0"/>
              <a:t>Programming</a:t>
            </a:r>
            <a:r>
              <a:rPr lang="de-DE" dirty="0"/>
              <a:t> Tasks &amp; Case Study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0A135A-594E-B5EA-7F33-E43C3EDB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DronePort</a:t>
            </a:r>
            <a:endParaRPr lang="de-DE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2E6930F-358C-9A3E-8B97-AD08A6F14B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80163"/>
            <a:ext cx="2630488" cy="474662"/>
          </a:xfrm>
        </p:spPr>
        <p:txBody>
          <a:bodyPr/>
          <a:lstStyle/>
          <a:p>
            <a:fld id="{AC5761B6-8C42-4D15-9961-7F2BBAC37CDB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241803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510F-CF8A-8966-CCA4-E4234C046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551C-5DB5-43AF-AD7A-EF39CC20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34"/>
            <a:ext cx="10849322" cy="1010573"/>
          </a:xfrm>
        </p:spPr>
        <p:txBody>
          <a:bodyPr/>
          <a:lstStyle/>
          <a:p>
            <a:r>
              <a:rPr lang="en-US" noProof="0" dirty="0"/>
              <a:t>Programming Tasks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3CCC925-9CF7-ED0D-0703-44F6277503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E7B126A-38E4-914E-ADA8-8BCADE572A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984226" y="2368850"/>
            <a:ext cx="8257034" cy="2302145"/>
          </a:xfrm>
        </p:spPr>
        <p:txBody>
          <a:bodyPr/>
          <a:lstStyle/>
          <a:p>
            <a:r>
              <a:rPr lang="en-US" noProof="1"/>
              <a:t>1. Take a look at cpp_task.cpp</a:t>
            </a:r>
          </a:p>
          <a:p>
            <a:pPr marL="817200" lvl="1" indent="-457200"/>
            <a:r>
              <a:rPr lang="en-US" sz="1400" noProof="1">
                <a:solidFill>
                  <a:schemeClr val="tx1"/>
                </a:solidFill>
              </a:rPr>
              <a:t>What is the code doing, are there any issues, and if so how to fix them?</a:t>
            </a:r>
          </a:p>
          <a:p>
            <a:pPr lvl="1" indent="0">
              <a:buNone/>
            </a:pPr>
            <a:endParaRPr lang="en-US" sz="1400" noProof="1">
              <a:solidFill>
                <a:schemeClr val="tx1"/>
              </a:solidFill>
            </a:endParaRPr>
          </a:p>
          <a:p>
            <a:r>
              <a:rPr lang="en-US" noProof="1"/>
              <a:t>2. Take a look at python_task.py</a:t>
            </a:r>
          </a:p>
          <a:p>
            <a:pPr marL="817200" lvl="1" indent="-457200"/>
            <a:r>
              <a:rPr lang="en-US" sz="1400" noProof="1">
                <a:solidFill>
                  <a:schemeClr val="tx1"/>
                </a:solidFill>
              </a:rPr>
              <a:t>The code tries to rotate a matrix 90° but it fails, fix it.</a:t>
            </a:r>
          </a:p>
          <a:p>
            <a:pPr marL="817200" lvl="1" indent="-457200"/>
            <a:endParaRPr lang="en-US" sz="1400" noProof="1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1200" noProof="1">
              <a:solidFill>
                <a:schemeClr val="tx1"/>
              </a:solidFill>
            </a:endParaRPr>
          </a:p>
          <a:p>
            <a:pPr marL="882900" lvl="2" indent="-342900">
              <a:buFont typeface="Arial" panose="020B0604020202020204" pitchFamily="34" charset="0"/>
              <a:buChar char="•"/>
            </a:pPr>
            <a:endParaRPr lang="en-US" sz="1200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61390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9C9D2-6A33-5787-0C72-C789D05A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94D9-E027-AB47-7B9F-621A70F2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34"/>
            <a:ext cx="10849322" cy="1010573"/>
          </a:xfrm>
        </p:spPr>
        <p:txBody>
          <a:bodyPr/>
          <a:lstStyle/>
          <a:p>
            <a:r>
              <a:rPr lang="en-US" noProof="0" dirty="0"/>
              <a:t>Case Study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E8CB025-EE15-8CD5-3E6F-F9888175824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63D53C0-0B7D-CCF4-8251-87C2C8A51C9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647032" y="1078881"/>
            <a:ext cx="4859138" cy="4700238"/>
          </a:xfrm>
        </p:spPr>
        <p:txBody>
          <a:bodyPr/>
          <a:lstStyle/>
          <a:p>
            <a:r>
              <a:rPr lang="en-US" sz="1400" u="sng" noProof="1">
                <a:solidFill>
                  <a:schemeClr val="accent3">
                    <a:lumMod val="50000"/>
                  </a:schemeClr>
                </a:solidFill>
              </a:rPr>
              <a:t>Catch an UAV</a:t>
            </a:r>
          </a:p>
          <a:p>
            <a:endParaRPr lang="en-US" sz="1400" u="sng" noProof="1">
              <a:solidFill>
                <a:schemeClr val="accent3">
                  <a:lumMod val="50000"/>
                </a:schemeClr>
              </a:solidFill>
            </a:endParaRP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en-US" sz="1400" i="1" noProof="1">
                <a:solidFill>
                  <a:schemeClr val="accent3"/>
                </a:solidFill>
              </a:rPr>
              <a:t>Available HW</a:t>
            </a:r>
          </a:p>
          <a:p>
            <a:pPr marL="882900" lvl="2" indent="-342900">
              <a:buFont typeface="Arial" panose="020B0604020202020204" pitchFamily="34" charset="0"/>
              <a:buChar char="•"/>
            </a:pPr>
            <a:r>
              <a:rPr lang="en-US" sz="1200" noProof="1"/>
              <a:t>Robot Arm (for example UR10)</a:t>
            </a:r>
          </a:p>
          <a:p>
            <a:pPr marL="882900" lvl="2" indent="-342900"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chemeClr val="tx1"/>
                </a:solidFill>
              </a:rPr>
              <a:t>Gripper system(ca</a:t>
            </a:r>
            <a:r>
              <a:rPr lang="en-US" sz="1200" noProof="1"/>
              <a:t>pable to hold an UAV)</a:t>
            </a:r>
          </a:p>
          <a:p>
            <a:pPr marL="1062900" lvl="3" indent="-342900">
              <a:buFont typeface="Courier New" panose="02070309020205020404" pitchFamily="49" charset="0"/>
              <a:buChar char="o"/>
            </a:pPr>
            <a:r>
              <a:rPr lang="en-US" sz="1000" noProof="1"/>
              <a:t>Gripper has integrated full HD camera</a:t>
            </a:r>
          </a:p>
          <a:p>
            <a:pPr lvl="3" indent="0">
              <a:buNone/>
            </a:pPr>
            <a:r>
              <a:rPr lang="en-US" sz="1000" noProof="1"/>
              <a:t>	    (FOV like in the scatches)</a:t>
            </a:r>
          </a:p>
          <a:p>
            <a:pPr lvl="3" indent="0">
              <a:buNone/>
            </a:pPr>
            <a:endParaRPr lang="en-US" sz="1200" noProof="1"/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en-US" sz="1400" i="1" noProof="1">
                <a:solidFill>
                  <a:schemeClr val="accent3"/>
                </a:solidFill>
              </a:rPr>
              <a:t>Challenge</a:t>
            </a:r>
          </a:p>
          <a:p>
            <a:pPr lvl="1" indent="0">
              <a:buNone/>
            </a:pPr>
            <a:r>
              <a:rPr lang="en-US" sz="800" i="1" noProof="1">
                <a:solidFill>
                  <a:schemeClr val="accent3"/>
                </a:solidFill>
              </a:rPr>
              <a:t>* no ready sw solution is required only technical path how to achive it</a:t>
            </a:r>
          </a:p>
          <a:p>
            <a:pPr marL="882900" lvl="2" indent="-342900"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chemeClr val="tx1"/>
                </a:solidFill>
              </a:rPr>
              <a:t>What kind of algorithm could be used to track ( 3d. i.e. XYZ Achses) and capture the drone?</a:t>
            </a:r>
          </a:p>
          <a:p>
            <a:pPr marL="882900" lvl="2" indent="-342900">
              <a:buFont typeface="Arial" panose="020B0604020202020204" pitchFamily="34" charset="0"/>
              <a:buChar char="•"/>
            </a:pPr>
            <a:r>
              <a:rPr lang="en-US" sz="1200" noProof="1"/>
              <a:t>What are the challanges to use a single camera as sensor and how to resolve them?</a:t>
            </a:r>
          </a:p>
          <a:p>
            <a:pPr marL="882900" lvl="2" indent="-342900"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chemeClr val="tx1"/>
                </a:solidFill>
              </a:rPr>
              <a:t>What other approaches (sensors, etc) then a single camera would you use?</a:t>
            </a:r>
          </a:p>
          <a:p>
            <a:pPr marL="882900" lvl="2" indent="-342900">
              <a:buFont typeface="Arial" panose="020B0604020202020204" pitchFamily="34" charset="0"/>
              <a:buChar char="•"/>
            </a:pPr>
            <a:endParaRPr lang="en-US" sz="1200" noProof="1">
              <a:solidFill>
                <a:schemeClr val="tx1"/>
              </a:solidFill>
            </a:endParaRPr>
          </a:p>
          <a:p>
            <a:pPr marL="882900" lvl="2" indent="-342900">
              <a:buFont typeface="Arial" panose="020B0604020202020204" pitchFamily="34" charset="0"/>
              <a:buChar char="•"/>
            </a:pPr>
            <a:endParaRPr lang="en-US" sz="1200" noProof="1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537C167-37FC-79DB-47C2-F99E136E9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001" y="1153903"/>
            <a:ext cx="3296079" cy="30454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359BD46-71AB-FD85-42DF-5BB207918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730" y="1154275"/>
            <a:ext cx="3363271" cy="334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2819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" val="twzo5sne"/>
  <p:tag name="ARTICULATE_DESIGN_ID_BENUTZERDEFINIERTES DESIGN" val="vFvNHgGd"/>
  <p:tag name="ARTICULATE_DESIGN_ID_MV_GROUP_TEMPLATE" val="9UtlfO0D"/>
  <p:tag name="ARTICULATE_DESIGN_ID_1_MV_GROUP_TEMPLATE" val="ehgkA35M"/>
  <p:tag name="ARTICULATE_DESIGN_ID_TEST CHANGE" val="Y6b9ywyY"/>
  <p:tag name="ARTICULATE_DESIGN_ID_MV_BRANDROOM_TEMPLATE" val="UN5HM3Kp"/>
  <p:tag name="ARTICULATE_DESIGN_ID_RED" val="arhcG4Xu"/>
  <p:tag name="ARTICULATE_SLIDE_THUMBNAIL_REFRESH" val="1"/>
  <p:tag name="ARTICULATE_DESIGN_ID_1_MV_GROUP" val="GM6FSovW"/>
  <p:tag name="ARTICULATE_DESIGN_ID_MV_BRANDROOM" val="81sAOU3A"/>
  <p:tag name="ARTICULATE_DESIGN_ID_MV_GROUP" val="NSXnIs0N"/>
  <p:tag name="ARTICULATE_DESIGN_ID_1_MV_BRANDROOM" val="2i2Tckpc"/>
  <p:tag name="ARTICULATE_DESIGN_ID_MV_CAMPAIGNS" val="fUm1hQ8h"/>
  <p:tag name="ARTICULATE_DESIGN_ID_MV_CAMPAIGNS_TEMPLATE" val="Q0nHwUWr"/>
  <p:tag name="ARTICULATE_DESIGN_ID_1_MV_CAMPAIGNS_TEMPLATE" val="6bg7RY9z"/>
  <p:tag name="ARTICULATE_DESIGN_ID_1_MV_BRANDROOM_TEMPLATE" val="16r00YUP"/>
  <p:tag name="ARTICULATE_DESIGN_ID_MV_LIVE_TEMPLATE" val="ZRNKumWi"/>
  <p:tag name="ARTICULATE_DESIGN_ID_1_MV_LIVE_TEMPLATE" val="lm2ocoWv"/>
  <p:tag name="ARTICULATE_DESIGN_ID_MV_EXCITEAM_TEMPLATE" val="BxjYNsjb"/>
  <p:tag name="ARTICULATE_PROJECT_OPEN" val="0"/>
  <p:tag name="ARTICULATE_DESIGN_ID_MV_CAMPAIGN_TEMPLATE" val="im48o5Xm"/>
  <p:tag name="ARTICULATE_DESIGN_ID_1_MV_CAMPAIGN_TEMPLATE" val="IaR69qWg"/>
  <p:tag name="ARTICULATE_SLIDE_COUNT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Quantum-Systems PPT">
  <a:themeElements>
    <a:clrScheme name="MV_GROUP_COLORS">
      <a:dk1>
        <a:sysClr val="windowText" lastClr="000000"/>
      </a:dk1>
      <a:lt1>
        <a:sysClr val="window" lastClr="FFFFFF"/>
      </a:lt1>
      <a:dk2>
        <a:srgbClr val="555555"/>
      </a:dk2>
      <a:lt2>
        <a:srgbClr val="E6E6E6"/>
      </a:lt2>
      <a:accent1>
        <a:srgbClr val="555555"/>
      </a:accent1>
      <a:accent2>
        <a:srgbClr val="FF3200"/>
      </a:accent2>
      <a:accent3>
        <a:srgbClr val="00A0E6"/>
      </a:accent3>
      <a:accent4>
        <a:srgbClr val="64D21E"/>
      </a:accent4>
      <a:accent5>
        <a:srgbClr val="FFF000"/>
      </a:accent5>
      <a:accent6>
        <a:srgbClr val="C6C6C6"/>
      </a:accent6>
      <a:hlink>
        <a:srgbClr val="FFFFFF"/>
      </a:hlink>
      <a:folHlink>
        <a:srgbClr val="C6C6C6"/>
      </a:folHlink>
    </a:clrScheme>
    <a:fontScheme name="Montserrat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44000" tIns="144000" rIns="144000" bIns="144000" rtlCol="0" anchor="t" anchorCtr="0"/>
      <a:lstStyle>
        <a:defPPr algn="l">
          <a:defRPr sz="11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108000" rIns="108000" bIns="108000" rtlCol="0">
        <a:spAutoFit/>
      </a:bodyPr>
      <a:lstStyle>
        <a:defPPr algn="l">
          <a:defRPr sz="11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BEB91AA2-EB1D-47BD-9089-D4AA62A5A5AD}" vid="{4C8E6D9D-0086-4E4E-AE55-8DF0686F431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Montserra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Montserrat"/>
        <a:font script="Hebr" typeface="Montserra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ontserrat"/>
        <a:font script="Uigh" typeface="Microsoft Uighur"/>
        <a:font script="Geor" typeface="Sylfaen"/>
        <a:font script="Armn" typeface="Montserra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7c54ce3-f48e-4397-b700-179844049f0d" xsi:nil="true"/>
    <lcf76f155ced4ddcb4097134ff3c332f xmlns="62d3b98a-4758-4227-a98f-410ec62bf39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E71FD1BE91D24EBFEB3184545C6996" ma:contentTypeVersion="18" ma:contentTypeDescription="Create a new document." ma:contentTypeScope="" ma:versionID="12468eb8e0728e205501bb3eb542b0e1">
  <xsd:schema xmlns:xsd="http://www.w3.org/2001/XMLSchema" xmlns:xs="http://www.w3.org/2001/XMLSchema" xmlns:p="http://schemas.microsoft.com/office/2006/metadata/properties" xmlns:ns2="62d3b98a-4758-4227-a98f-410ec62bf395" xmlns:ns3="57c54ce3-f48e-4397-b700-179844049f0d" targetNamespace="http://schemas.microsoft.com/office/2006/metadata/properties" ma:root="true" ma:fieldsID="ee6362b81eeebf8d293bc2bdec4992c4" ns2:_="" ns3:_="">
    <xsd:import namespace="62d3b98a-4758-4227-a98f-410ec62bf395"/>
    <xsd:import namespace="57c54ce3-f48e-4397-b700-179844049f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d3b98a-4758-4227-a98f-410ec62bf3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569a51e-f370-4004-bed6-5630e80a35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c54ce3-f48e-4397-b700-179844049f0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c591018-57b1-4cc3-9964-ccd8d182d6e4}" ma:internalName="TaxCatchAll" ma:showField="CatchAllData" ma:web="57c54ce3-f48e-4397-b700-179844049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3C113E-45F7-4DE8-9791-02BADED5DB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9A7A7A-B4AC-4B50-B3F2-7241BE2BABC7}">
  <ds:schemaRefs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50b79c62-0d9a-47a4-9672-73a5922596bc"/>
    <ds:schemaRef ds:uri="http://schemas.openxmlformats.org/package/2006/metadata/core-properties"/>
    <ds:schemaRef ds:uri="39a2bba2-b51c-4769-b1b2-87059ff52c10"/>
    <ds:schemaRef ds:uri="http://www.w3.org/XML/1998/namespace"/>
    <ds:schemaRef ds:uri="57c54ce3-f48e-4397-b700-179844049f0d"/>
    <ds:schemaRef ds:uri="62d3b98a-4758-4227-a98f-410ec62bf395"/>
  </ds:schemaRefs>
</ds:datastoreItem>
</file>

<file path=customXml/itemProps3.xml><?xml version="1.0" encoding="utf-8"?>
<ds:datastoreItem xmlns:ds="http://schemas.openxmlformats.org/officeDocument/2006/customXml" ds:itemID="{EB8DAEE5-57A9-4CA7-816F-6151D55949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d3b98a-4758-4227-a98f-410ec62bf395"/>
    <ds:schemaRef ds:uri="57c54ce3-f48e-4397-b700-179844049f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190111_MV_MultiBrand_Template_16x9_RGB_v06_User_VO_190125_v2</Template>
  <TotalTime>0</TotalTime>
  <Words>185</Words>
  <Application>Microsoft Office PowerPoint</Application>
  <PresentationFormat>Benutzerdefiniert</PresentationFormat>
  <Paragraphs>30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0" baseType="lpstr">
      <vt:lpstr>Wingdings</vt:lpstr>
      <vt:lpstr>Courier New</vt:lpstr>
      <vt:lpstr>Arial</vt:lpstr>
      <vt:lpstr>Montserrat</vt:lpstr>
      <vt:lpstr>Montserrat Light</vt:lpstr>
      <vt:lpstr>Montserrat SemiBold</vt:lpstr>
      <vt:lpstr>Quantum-Systems PPT</vt:lpstr>
      <vt:lpstr>DronePort</vt:lpstr>
      <vt:lpstr>Programming Tasks </vt:lpstr>
      <vt:lpstr>Case Study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/>
  <cp:lastModifiedBy/>
  <cp:revision>46</cp:revision>
  <dcterms:created xsi:type="dcterms:W3CDTF">2019-02-15T14:57:04Z</dcterms:created>
  <dcterms:modified xsi:type="dcterms:W3CDTF">2025-12-16T10:50:02Z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86EA165C-3C83-4C2B-BEBF-D0BD62F13356</vt:lpwstr>
  </property>
  <property fmtid="{D5CDD505-2E9C-101B-9397-08002B2CF9AE}" pid="3" name="ArticulatePath">
    <vt:lpwstr>181128_MV_MultiBrand_Template_16x9_RGB_v05_Editor</vt:lpwstr>
  </property>
  <property fmtid="{D5CDD505-2E9C-101B-9397-08002B2CF9AE}" pid="4" name="ContentTypeId">
    <vt:lpwstr>0x010100EBE71FD1BE91D24EBFEB3184545C6996</vt:lpwstr>
  </property>
</Properties>
</file>